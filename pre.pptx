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8"/>
  </p:notesMasterIdLst>
  <p:sldIdLst>
    <p:sldId id="259" r:id="rId5"/>
    <p:sldId id="260" r:id="rId6"/>
    <p:sldId id="314" r:id="rId7"/>
    <p:sldId id="305" r:id="rId8"/>
    <p:sldId id="315" r:id="rId9"/>
    <p:sldId id="307" r:id="rId10"/>
    <p:sldId id="308" r:id="rId11"/>
    <p:sldId id="309" r:id="rId12"/>
    <p:sldId id="310" r:id="rId13"/>
    <p:sldId id="311" r:id="rId14"/>
    <p:sldId id="312" r:id="rId15"/>
    <p:sldId id="316" r:id="rId16"/>
    <p:sldId id="317" r:id="rId17"/>
    <p:sldId id="318" r:id="rId18"/>
    <p:sldId id="319" r:id="rId19"/>
    <p:sldId id="320" r:id="rId20"/>
    <p:sldId id="321" r:id="rId21"/>
    <p:sldId id="322" r:id="rId22"/>
    <p:sldId id="323" r:id="rId23"/>
    <p:sldId id="313" r:id="rId24"/>
    <p:sldId id="271" r:id="rId25"/>
    <p:sldId id="324" r:id="rId26"/>
    <p:sldId id="304"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A884"/>
    <a:srgbClr val="FFFFFF"/>
    <a:srgbClr val="FDE725"/>
    <a:srgbClr val="7AD151"/>
    <a:srgbClr val="2A788E"/>
    <a:srgbClr val="414487"/>
    <a:srgbClr val="440154"/>
    <a:srgbClr val="E03C31"/>
    <a:srgbClr val="6CC24A"/>
    <a:srgbClr val="EF60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5C24A-EBB3-4B05-955B-7C12B7A30932}" v="55" dt="2024-06-13T13:22:51.68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0F0"/>
          </a:solidFill>
        </a:fill>
      </a:tcStyle>
    </a:wholeTbl>
    <a:band2H>
      <a:tcTxStyle/>
      <a:tcStyle>
        <a:tcBdr/>
        <a:fill>
          <a:solidFill>
            <a:srgbClr val="E6F0F7"/>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7D4CE"/>
          </a:solidFill>
        </a:fill>
      </a:tcStyle>
    </a:wholeTbl>
    <a:band2H>
      <a:tcTxStyle/>
      <a:tcStyle>
        <a:tcBdr/>
        <a:fill>
          <a:solidFill>
            <a:srgbClr val="FBEBE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9CCCC"/>
          </a:solidFill>
        </a:fill>
      </a:tcStyle>
    </a:wholeTbl>
    <a:band2H>
      <a:tcTxStyle/>
      <a:tcStyle>
        <a:tcBdr/>
        <a:fill>
          <a:solidFill>
            <a:srgbClr val="F4E7E7"/>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83"/>
    <p:restoredTop sz="69337" autoAdjust="0"/>
  </p:normalViewPr>
  <p:slideViewPr>
    <p:cSldViewPr snapToGrid="0" snapToObjects="1">
      <p:cViewPr varScale="1">
        <p:scale>
          <a:sx n="59" d="100"/>
          <a:sy n="59" d="100"/>
        </p:scale>
        <p:origin x="152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 g" userId="9d4907c58bbfe757" providerId="LiveId" clId="{18B5C24A-EBB3-4B05-955B-7C12B7A30932}"/>
    <pc:docChg chg="undo custSel addSld delSld modSld">
      <pc:chgData name="jh g" userId="9d4907c58bbfe757" providerId="LiveId" clId="{18B5C24A-EBB3-4B05-955B-7C12B7A30932}" dt="2024-06-13T13:22:52.962" v="1759" actId="478"/>
      <pc:docMkLst>
        <pc:docMk/>
      </pc:docMkLst>
      <pc:sldChg chg="modSp mod">
        <pc:chgData name="jh g" userId="9d4907c58bbfe757" providerId="LiveId" clId="{18B5C24A-EBB3-4B05-955B-7C12B7A30932}" dt="2024-06-13T13:17:50.303" v="1704" actId="1036"/>
        <pc:sldMkLst>
          <pc:docMk/>
          <pc:sldMk cId="0" sldId="259"/>
        </pc:sldMkLst>
        <pc:spChg chg="mod">
          <ac:chgData name="jh g" userId="9d4907c58bbfe757" providerId="LiveId" clId="{18B5C24A-EBB3-4B05-955B-7C12B7A30932}" dt="2024-06-13T13:17:50.303" v="1704" actId="1036"/>
          <ac:spMkLst>
            <pc:docMk/>
            <pc:sldMk cId="0" sldId="259"/>
            <ac:spMk id="3152" creationId="{00000000-0000-0000-0000-000000000000}"/>
          </ac:spMkLst>
        </pc:spChg>
        <pc:spChg chg="mod">
          <ac:chgData name="jh g" userId="9d4907c58bbfe757" providerId="LiveId" clId="{18B5C24A-EBB3-4B05-955B-7C12B7A30932}" dt="2024-06-13T13:17:21.153" v="1642" actId="20577"/>
          <ac:spMkLst>
            <pc:docMk/>
            <pc:sldMk cId="0" sldId="259"/>
            <ac:spMk id="3153" creationId="{00000000-0000-0000-0000-000000000000}"/>
          </ac:spMkLst>
        </pc:spChg>
        <pc:spChg chg="mod">
          <ac:chgData name="jh g" userId="9d4907c58bbfe757" providerId="LiveId" clId="{18B5C24A-EBB3-4B05-955B-7C12B7A30932}" dt="2024-06-13T13:17:50.303" v="1704" actId="1036"/>
          <ac:spMkLst>
            <pc:docMk/>
            <pc:sldMk cId="0" sldId="259"/>
            <ac:spMk id="3154" creationId="{00000000-0000-0000-0000-000000000000}"/>
          </ac:spMkLst>
        </pc:spChg>
      </pc:sldChg>
      <pc:sldChg chg="modSp mod">
        <pc:chgData name="jh g" userId="9d4907c58bbfe757" providerId="LiveId" clId="{18B5C24A-EBB3-4B05-955B-7C12B7A30932}" dt="2024-06-13T09:59:29.447" v="125" actId="20577"/>
        <pc:sldMkLst>
          <pc:docMk/>
          <pc:sldMk cId="0" sldId="260"/>
        </pc:sldMkLst>
        <pc:spChg chg="mod">
          <ac:chgData name="jh g" userId="9d4907c58bbfe757" providerId="LiveId" clId="{18B5C24A-EBB3-4B05-955B-7C12B7A30932}" dt="2024-06-13T09:59:29.447" v="125" actId="20577"/>
          <ac:spMkLst>
            <pc:docMk/>
            <pc:sldMk cId="0" sldId="260"/>
            <ac:spMk id="3159" creationId="{00000000-0000-0000-0000-000000000000}"/>
          </ac:spMkLst>
        </pc:spChg>
      </pc:sldChg>
      <pc:sldChg chg="addSp delSp modSp add del mod">
        <pc:chgData name="jh g" userId="9d4907c58bbfe757" providerId="LiveId" clId="{18B5C24A-EBB3-4B05-955B-7C12B7A30932}" dt="2024-06-13T13:22:47.456" v="1757"/>
        <pc:sldMkLst>
          <pc:docMk/>
          <pc:sldMk cId="0" sldId="271"/>
        </pc:sldMkLst>
        <pc:spChg chg="add mod">
          <ac:chgData name="jh g" userId="9d4907c58bbfe757" providerId="LiveId" clId="{18B5C24A-EBB3-4B05-955B-7C12B7A30932}" dt="2024-06-13T13:22:47.456" v="1757"/>
          <ac:spMkLst>
            <pc:docMk/>
            <pc:sldMk cId="0" sldId="271"/>
            <ac:spMk id="3" creationId="{9FAEA098-B6D8-DDD6-8E00-0C2D913A92FF}"/>
          </ac:spMkLst>
        </pc:spChg>
        <pc:spChg chg="add mod">
          <ac:chgData name="jh g" userId="9d4907c58bbfe757" providerId="LiveId" clId="{18B5C24A-EBB3-4B05-955B-7C12B7A30932}" dt="2024-06-13T12:13:12.857" v="1431" actId="1076"/>
          <ac:spMkLst>
            <pc:docMk/>
            <pc:sldMk cId="0" sldId="271"/>
            <ac:spMk id="6" creationId="{CF3CFEC2-C778-F10B-0E2D-C7C758657F22}"/>
          </ac:spMkLst>
        </pc:spChg>
        <pc:spChg chg="add mod">
          <ac:chgData name="jh g" userId="9d4907c58bbfe757" providerId="LiveId" clId="{18B5C24A-EBB3-4B05-955B-7C12B7A30932}" dt="2024-06-13T12:13:15.885" v="1432" actId="1076"/>
          <ac:spMkLst>
            <pc:docMk/>
            <pc:sldMk cId="0" sldId="271"/>
            <ac:spMk id="7" creationId="{F7B92D49-C0D6-098E-C277-25DBCE7E4C55}"/>
          </ac:spMkLst>
        </pc:spChg>
        <pc:spChg chg="add mod">
          <ac:chgData name="jh g" userId="9d4907c58bbfe757" providerId="LiveId" clId="{18B5C24A-EBB3-4B05-955B-7C12B7A30932}" dt="2024-06-13T12:14:02.862" v="1445"/>
          <ac:spMkLst>
            <pc:docMk/>
            <pc:sldMk cId="0" sldId="271"/>
            <ac:spMk id="8" creationId="{51542DF9-D82B-4D83-CE8B-092599E4A5CC}"/>
          </ac:spMkLst>
        </pc:spChg>
        <pc:spChg chg="mod">
          <ac:chgData name="jh g" userId="9d4907c58bbfe757" providerId="LiveId" clId="{18B5C24A-EBB3-4B05-955B-7C12B7A30932}" dt="2024-06-13T11:34:21.965" v="1113" actId="20577"/>
          <ac:spMkLst>
            <pc:docMk/>
            <pc:sldMk cId="0" sldId="271"/>
            <ac:spMk id="3252" creationId="{00000000-0000-0000-0000-000000000000}"/>
          </ac:spMkLst>
        </pc:spChg>
        <pc:spChg chg="del">
          <ac:chgData name="jh g" userId="9d4907c58bbfe757" providerId="LiveId" clId="{18B5C24A-EBB3-4B05-955B-7C12B7A30932}" dt="2024-06-13T13:22:46.666" v="1756" actId="478"/>
          <ac:spMkLst>
            <pc:docMk/>
            <pc:sldMk cId="0" sldId="271"/>
            <ac:spMk id="3253" creationId="{00000000-0000-0000-0000-000000000000}"/>
          </ac:spMkLst>
        </pc:spChg>
        <pc:picChg chg="add mod">
          <ac:chgData name="jh g" userId="9d4907c58bbfe757" providerId="LiveId" clId="{18B5C24A-EBB3-4B05-955B-7C12B7A30932}" dt="2024-06-13T12:12:01.375" v="1357" actId="1076"/>
          <ac:picMkLst>
            <pc:docMk/>
            <pc:sldMk cId="0" sldId="271"/>
            <ac:picMk id="3" creationId="{F366AFC2-D76A-0B9F-6DCC-195A084FC272}"/>
          </ac:picMkLst>
        </pc:picChg>
        <pc:picChg chg="add mod">
          <ac:chgData name="jh g" userId="9d4907c58bbfe757" providerId="LiveId" clId="{18B5C24A-EBB3-4B05-955B-7C12B7A30932}" dt="2024-06-13T12:11:59.346" v="1356" actId="1076"/>
          <ac:picMkLst>
            <pc:docMk/>
            <pc:sldMk cId="0" sldId="271"/>
            <ac:picMk id="5" creationId="{4E9DF535-D34D-979F-D2BC-856CE7B3F350}"/>
          </ac:picMkLst>
        </pc:picChg>
      </pc:sldChg>
      <pc:sldChg chg="modSp mod">
        <pc:chgData name="jh g" userId="9d4907c58bbfe757" providerId="LiveId" clId="{18B5C24A-EBB3-4B05-955B-7C12B7A30932}" dt="2024-06-13T13:21:25.044" v="1733" actId="20577"/>
        <pc:sldMkLst>
          <pc:docMk/>
          <pc:sldMk cId="1062321597" sldId="304"/>
        </pc:sldMkLst>
        <pc:spChg chg="mod">
          <ac:chgData name="jh g" userId="9d4907c58bbfe757" providerId="LiveId" clId="{18B5C24A-EBB3-4B05-955B-7C12B7A30932}" dt="2024-06-13T13:17:00.279" v="1610" actId="20577"/>
          <ac:spMkLst>
            <pc:docMk/>
            <pc:sldMk cId="1062321597" sldId="304"/>
            <ac:spMk id="5" creationId="{0519F502-C245-4036-9F1B-103CAB35873E}"/>
          </ac:spMkLst>
        </pc:spChg>
        <pc:spChg chg="mod">
          <ac:chgData name="jh g" userId="9d4907c58bbfe757" providerId="LiveId" clId="{18B5C24A-EBB3-4B05-955B-7C12B7A30932}" dt="2024-06-13T13:21:25.044" v="1733" actId="20577"/>
          <ac:spMkLst>
            <pc:docMk/>
            <pc:sldMk cId="1062321597" sldId="304"/>
            <ac:spMk id="34" creationId="{55F2191D-2484-4649-8731-A1464E3FA455}"/>
          </ac:spMkLst>
        </pc:spChg>
      </pc:sldChg>
      <pc:sldChg chg="addSp delSp modSp add del mod">
        <pc:chgData name="jh g" userId="9d4907c58bbfe757" providerId="LiveId" clId="{18B5C24A-EBB3-4B05-955B-7C12B7A30932}" dt="2024-06-13T13:21:43.344" v="1737"/>
        <pc:sldMkLst>
          <pc:docMk/>
          <pc:sldMk cId="3845611735" sldId="305"/>
        </pc:sldMkLst>
        <pc:spChg chg="add mod">
          <ac:chgData name="jh g" userId="9d4907c58bbfe757" providerId="LiveId" clId="{18B5C24A-EBB3-4B05-955B-7C12B7A30932}" dt="2024-06-13T13:21:43.344" v="1737"/>
          <ac:spMkLst>
            <pc:docMk/>
            <pc:sldMk cId="3845611735" sldId="305"/>
            <ac:spMk id="3" creationId="{242F1A01-B528-BC64-B6C0-412711F009B5}"/>
          </ac:spMkLst>
        </pc:spChg>
        <pc:spChg chg="del">
          <ac:chgData name="jh g" userId="9d4907c58bbfe757" providerId="LiveId" clId="{18B5C24A-EBB3-4B05-955B-7C12B7A30932}" dt="2024-06-13T13:21:43.016" v="1736" actId="478"/>
          <ac:spMkLst>
            <pc:docMk/>
            <pc:sldMk cId="3845611735" sldId="305"/>
            <ac:spMk id="3253" creationId="{00000000-0000-0000-0000-000000000000}"/>
          </ac:spMkLst>
        </pc:spChg>
      </pc:sldChg>
      <pc:sldChg chg="addSp delSp modSp mod">
        <pc:chgData name="jh g" userId="9d4907c58bbfe757" providerId="LiveId" clId="{18B5C24A-EBB3-4B05-955B-7C12B7A30932}" dt="2024-06-13T12:17:58.804" v="1451" actId="20577"/>
        <pc:sldMkLst>
          <pc:docMk/>
          <pc:sldMk cId="987105830" sldId="307"/>
        </pc:sldMkLst>
        <pc:spChg chg="add del mod">
          <ac:chgData name="jh g" userId="9d4907c58bbfe757" providerId="LiveId" clId="{18B5C24A-EBB3-4B05-955B-7C12B7A30932}" dt="2024-06-13T09:58:26.814" v="69" actId="478"/>
          <ac:spMkLst>
            <pc:docMk/>
            <pc:sldMk cId="987105830" sldId="307"/>
            <ac:spMk id="4" creationId="{6AE69218-BB32-9E5F-5EBA-013B6A8A8A8D}"/>
          </ac:spMkLst>
        </pc:spChg>
        <pc:spChg chg="add del mod">
          <ac:chgData name="jh g" userId="9d4907c58bbfe757" providerId="LiveId" clId="{18B5C24A-EBB3-4B05-955B-7C12B7A30932}" dt="2024-06-13T09:58:25.579" v="68" actId="478"/>
          <ac:spMkLst>
            <pc:docMk/>
            <pc:sldMk cId="987105830" sldId="307"/>
            <ac:spMk id="5" creationId="{8187195D-3138-5DBA-3C79-F9BFB9CCE0E4}"/>
          </ac:spMkLst>
        </pc:spChg>
        <pc:spChg chg="add mod">
          <ac:chgData name="jh g" userId="9d4907c58bbfe757" providerId="LiveId" clId="{18B5C24A-EBB3-4B05-955B-7C12B7A30932}" dt="2024-06-13T10:04:28.122" v="257" actId="20577"/>
          <ac:spMkLst>
            <pc:docMk/>
            <pc:sldMk cId="987105830" sldId="307"/>
            <ac:spMk id="6" creationId="{642F7862-C607-3160-DA3B-C80EC13B5EA6}"/>
          </ac:spMkLst>
        </pc:spChg>
        <pc:spChg chg="add mod">
          <ac:chgData name="jh g" userId="9d4907c58bbfe757" providerId="LiveId" clId="{18B5C24A-EBB3-4B05-955B-7C12B7A30932}" dt="2024-06-13T09:59:10.552" v="115" actId="1037"/>
          <ac:spMkLst>
            <pc:docMk/>
            <pc:sldMk cId="987105830" sldId="307"/>
            <ac:spMk id="7" creationId="{08621639-51CA-D61F-85A8-45B2CF526DD2}"/>
          </ac:spMkLst>
        </pc:spChg>
        <pc:spChg chg="add mod">
          <ac:chgData name="jh g" userId="9d4907c58bbfe757" providerId="LiveId" clId="{18B5C24A-EBB3-4B05-955B-7C12B7A30932}" dt="2024-06-13T09:59:39.144" v="127"/>
          <ac:spMkLst>
            <pc:docMk/>
            <pc:sldMk cId="987105830" sldId="307"/>
            <ac:spMk id="8" creationId="{E7BFE755-8932-895A-200B-3584F31518D1}"/>
          </ac:spMkLst>
        </pc:spChg>
        <pc:spChg chg="add mod">
          <ac:chgData name="jh g" userId="9d4907c58bbfe757" providerId="LiveId" clId="{18B5C24A-EBB3-4B05-955B-7C12B7A30932}" dt="2024-06-13T12:17:58.804" v="1451" actId="20577"/>
          <ac:spMkLst>
            <pc:docMk/>
            <pc:sldMk cId="987105830" sldId="307"/>
            <ac:spMk id="10" creationId="{8F6E0EAE-DECE-B8C0-A78C-769FE927414A}"/>
          </ac:spMkLst>
        </pc:spChg>
        <pc:spChg chg="add mod">
          <ac:chgData name="jh g" userId="9d4907c58bbfe757" providerId="LiveId" clId="{18B5C24A-EBB3-4B05-955B-7C12B7A30932}" dt="2024-06-13T10:33:14.946" v="572" actId="1076"/>
          <ac:spMkLst>
            <pc:docMk/>
            <pc:sldMk cId="987105830" sldId="307"/>
            <ac:spMk id="11" creationId="{9D9B8F5F-E6C2-FED4-29A3-9E0C5834AE2D}"/>
          </ac:spMkLst>
        </pc:spChg>
        <pc:spChg chg="add mod">
          <ac:chgData name="jh g" userId="9d4907c58bbfe757" providerId="LiveId" clId="{18B5C24A-EBB3-4B05-955B-7C12B7A30932}" dt="2024-06-13T10:33:28.302" v="579" actId="1076"/>
          <ac:spMkLst>
            <pc:docMk/>
            <pc:sldMk cId="987105830" sldId="307"/>
            <ac:spMk id="12" creationId="{C2A56B19-AFF4-E7E4-56EB-5E0B26C2DDBD}"/>
          </ac:spMkLst>
        </pc:spChg>
        <pc:spChg chg="mod">
          <ac:chgData name="jh g" userId="9d4907c58bbfe757" providerId="LiveId" clId="{18B5C24A-EBB3-4B05-955B-7C12B7A30932}" dt="2024-06-13T09:55:29.067" v="58" actId="20577"/>
          <ac:spMkLst>
            <pc:docMk/>
            <pc:sldMk cId="987105830" sldId="307"/>
            <ac:spMk id="3252" creationId="{00000000-0000-0000-0000-000000000000}"/>
          </ac:spMkLst>
        </pc:spChg>
        <pc:spChg chg="del">
          <ac:chgData name="jh g" userId="9d4907c58bbfe757" providerId="LiveId" clId="{18B5C24A-EBB3-4B05-955B-7C12B7A30932}" dt="2024-06-13T09:59:38.570" v="126" actId="478"/>
          <ac:spMkLst>
            <pc:docMk/>
            <pc:sldMk cId="987105830" sldId="307"/>
            <ac:spMk id="3253" creationId="{00000000-0000-0000-0000-000000000000}"/>
          </ac:spMkLst>
        </pc:spChg>
        <pc:graphicFrameChg chg="add del mod modGraphic">
          <ac:chgData name="jh g" userId="9d4907c58bbfe757" providerId="LiveId" clId="{18B5C24A-EBB3-4B05-955B-7C12B7A30932}" dt="2024-06-13T10:01:20.363" v="163" actId="478"/>
          <ac:graphicFrameMkLst>
            <pc:docMk/>
            <pc:sldMk cId="987105830" sldId="307"/>
            <ac:graphicFrameMk id="9" creationId="{3CD2BAFC-9FDF-D83C-C313-28334E4FD6BA}"/>
          </ac:graphicFrameMkLst>
        </pc:graphicFrameChg>
        <pc:picChg chg="add mod">
          <ac:chgData name="jh g" userId="9d4907c58bbfe757" providerId="LiveId" clId="{18B5C24A-EBB3-4B05-955B-7C12B7A30932}" dt="2024-06-13T09:59:10.552" v="115" actId="1037"/>
          <ac:picMkLst>
            <pc:docMk/>
            <pc:sldMk cId="987105830" sldId="307"/>
            <ac:picMk id="3" creationId="{609ABD32-8E54-B82A-FC6B-6869F62908A3}"/>
          </ac:picMkLst>
        </pc:picChg>
      </pc:sldChg>
      <pc:sldChg chg="addSp delSp modSp mod">
        <pc:chgData name="jh g" userId="9d4907c58bbfe757" providerId="LiveId" clId="{18B5C24A-EBB3-4B05-955B-7C12B7A30932}" dt="2024-06-13T12:13:34.926" v="1434"/>
        <pc:sldMkLst>
          <pc:docMk/>
          <pc:sldMk cId="2167936260" sldId="308"/>
        </pc:sldMkLst>
        <pc:spChg chg="add mod">
          <ac:chgData name="jh g" userId="9d4907c58bbfe757" providerId="LiveId" clId="{18B5C24A-EBB3-4B05-955B-7C12B7A30932}" dt="2024-06-13T10:40:28.408" v="759" actId="1076"/>
          <ac:spMkLst>
            <pc:docMk/>
            <pc:sldMk cId="2167936260" sldId="308"/>
            <ac:spMk id="7" creationId="{8B11309E-25A9-1E5F-74CD-177D2B682BF9}"/>
          </ac:spMkLst>
        </pc:spChg>
        <pc:spChg chg="add del mod">
          <ac:chgData name="jh g" userId="9d4907c58bbfe757" providerId="LiveId" clId="{18B5C24A-EBB3-4B05-955B-7C12B7A30932}" dt="2024-06-13T11:25:53.740" v="921" actId="478"/>
          <ac:spMkLst>
            <pc:docMk/>
            <pc:sldMk cId="2167936260" sldId="308"/>
            <ac:spMk id="8" creationId="{C99B6B59-D181-A449-8E6D-CB0FB1D89FB2}"/>
          </ac:spMkLst>
        </pc:spChg>
        <pc:spChg chg="add del">
          <ac:chgData name="jh g" userId="9d4907c58bbfe757" providerId="LiveId" clId="{18B5C24A-EBB3-4B05-955B-7C12B7A30932}" dt="2024-06-13T11:26:33.040" v="923" actId="478"/>
          <ac:spMkLst>
            <pc:docMk/>
            <pc:sldMk cId="2167936260" sldId="308"/>
            <ac:spMk id="9" creationId="{2924B687-2663-5595-6006-8F0065B8842C}"/>
          </ac:spMkLst>
        </pc:spChg>
        <pc:spChg chg="add del mod">
          <ac:chgData name="jh g" userId="9d4907c58bbfe757" providerId="LiveId" clId="{18B5C24A-EBB3-4B05-955B-7C12B7A30932}" dt="2024-06-13T11:27:50.993" v="939" actId="478"/>
          <ac:spMkLst>
            <pc:docMk/>
            <pc:sldMk cId="2167936260" sldId="308"/>
            <ac:spMk id="10" creationId="{5EC2F231-9849-DC99-0D28-53C93BDF130D}"/>
          </ac:spMkLst>
        </pc:spChg>
        <pc:spChg chg="add del mod">
          <ac:chgData name="jh g" userId="9d4907c58bbfe757" providerId="LiveId" clId="{18B5C24A-EBB3-4B05-955B-7C12B7A30932}" dt="2024-06-13T11:27:53.847" v="942" actId="478"/>
          <ac:spMkLst>
            <pc:docMk/>
            <pc:sldMk cId="2167936260" sldId="308"/>
            <ac:spMk id="11" creationId="{F91C057C-DF9F-30CE-EC6C-6AF213F230C0}"/>
          </ac:spMkLst>
        </pc:spChg>
        <pc:spChg chg="add del mod">
          <ac:chgData name="jh g" userId="9d4907c58bbfe757" providerId="LiveId" clId="{18B5C24A-EBB3-4B05-955B-7C12B7A30932}" dt="2024-06-13T11:27:53.103" v="941" actId="478"/>
          <ac:spMkLst>
            <pc:docMk/>
            <pc:sldMk cId="2167936260" sldId="308"/>
            <ac:spMk id="12" creationId="{F3D362E2-831C-4B8B-E052-0AE5DD055026}"/>
          </ac:spMkLst>
        </pc:spChg>
        <pc:spChg chg="add mod">
          <ac:chgData name="jh g" userId="9d4907c58bbfe757" providerId="LiveId" clId="{18B5C24A-EBB3-4B05-955B-7C12B7A30932}" dt="2024-06-13T11:28:12.208" v="946" actId="1076"/>
          <ac:spMkLst>
            <pc:docMk/>
            <pc:sldMk cId="2167936260" sldId="308"/>
            <ac:spMk id="13" creationId="{7CBAF288-E981-9B2A-BBD4-055B01C55FBC}"/>
          </ac:spMkLst>
        </pc:spChg>
        <pc:spChg chg="add mod">
          <ac:chgData name="jh g" userId="9d4907c58bbfe757" providerId="LiveId" clId="{18B5C24A-EBB3-4B05-955B-7C12B7A30932}" dt="2024-06-13T11:28:22.888" v="949" actId="1076"/>
          <ac:spMkLst>
            <pc:docMk/>
            <pc:sldMk cId="2167936260" sldId="308"/>
            <ac:spMk id="14" creationId="{50212773-9C15-FEC1-BF76-417B736DC296}"/>
          </ac:spMkLst>
        </pc:spChg>
        <pc:spChg chg="add mod">
          <ac:chgData name="jh g" userId="9d4907c58bbfe757" providerId="LiveId" clId="{18B5C24A-EBB3-4B05-955B-7C12B7A30932}" dt="2024-06-13T11:30:44.448" v="984" actId="207"/>
          <ac:spMkLst>
            <pc:docMk/>
            <pc:sldMk cId="2167936260" sldId="308"/>
            <ac:spMk id="15" creationId="{9B8B9C4E-1477-12BD-7779-B102A463502F}"/>
          </ac:spMkLst>
        </pc:spChg>
        <pc:spChg chg="add del mod">
          <ac:chgData name="jh g" userId="9d4907c58bbfe757" providerId="LiveId" clId="{18B5C24A-EBB3-4B05-955B-7C12B7A30932}" dt="2024-06-13T11:29:19.321" v="963" actId="20577"/>
          <ac:spMkLst>
            <pc:docMk/>
            <pc:sldMk cId="2167936260" sldId="308"/>
            <ac:spMk id="16" creationId="{AF203237-B88A-DD76-E2D0-6B547AA58C31}"/>
          </ac:spMkLst>
        </pc:spChg>
        <pc:spChg chg="add mod">
          <ac:chgData name="jh g" userId="9d4907c58bbfe757" providerId="LiveId" clId="{18B5C24A-EBB3-4B05-955B-7C12B7A30932}" dt="2024-06-13T11:30:52.161" v="986" actId="207"/>
          <ac:spMkLst>
            <pc:docMk/>
            <pc:sldMk cId="2167936260" sldId="308"/>
            <ac:spMk id="17" creationId="{06C250E4-C4B8-740B-2DCC-276525E986B2}"/>
          </ac:spMkLst>
        </pc:spChg>
        <pc:spChg chg="add mod">
          <ac:chgData name="jh g" userId="9d4907c58bbfe757" providerId="LiveId" clId="{18B5C24A-EBB3-4B05-955B-7C12B7A30932}" dt="2024-06-13T11:29:25.388" v="967" actId="20577"/>
          <ac:spMkLst>
            <pc:docMk/>
            <pc:sldMk cId="2167936260" sldId="308"/>
            <ac:spMk id="18" creationId="{7B35DC97-79EB-3FEC-87EE-D520CBF45CB9}"/>
          </ac:spMkLst>
        </pc:spChg>
        <pc:spChg chg="add mod">
          <ac:chgData name="jh g" userId="9d4907c58bbfe757" providerId="LiveId" clId="{18B5C24A-EBB3-4B05-955B-7C12B7A30932}" dt="2024-06-13T11:31:37.903" v="991" actId="207"/>
          <ac:spMkLst>
            <pc:docMk/>
            <pc:sldMk cId="2167936260" sldId="308"/>
            <ac:spMk id="19" creationId="{4C7775E2-5C13-492D-0B8D-A261480E6945}"/>
          </ac:spMkLst>
        </pc:spChg>
        <pc:spChg chg="add mod">
          <ac:chgData name="jh g" userId="9d4907c58bbfe757" providerId="LiveId" clId="{18B5C24A-EBB3-4B05-955B-7C12B7A30932}" dt="2024-06-13T11:29:27.841" v="969" actId="20577"/>
          <ac:spMkLst>
            <pc:docMk/>
            <pc:sldMk cId="2167936260" sldId="308"/>
            <ac:spMk id="20" creationId="{B26E6085-C9C1-496E-1EB1-D2A903A2A5E8}"/>
          </ac:spMkLst>
        </pc:spChg>
        <pc:spChg chg="add mod">
          <ac:chgData name="jh g" userId="9d4907c58bbfe757" providerId="LiveId" clId="{18B5C24A-EBB3-4B05-955B-7C12B7A30932}" dt="2024-06-13T11:31:12.971" v="988" actId="207"/>
          <ac:spMkLst>
            <pc:docMk/>
            <pc:sldMk cId="2167936260" sldId="308"/>
            <ac:spMk id="21" creationId="{EAB40E07-AFC7-12A9-4D37-C0C9E3A0DC51}"/>
          </ac:spMkLst>
        </pc:spChg>
        <pc:spChg chg="add mod">
          <ac:chgData name="jh g" userId="9d4907c58bbfe757" providerId="LiveId" clId="{18B5C24A-EBB3-4B05-955B-7C12B7A30932}" dt="2024-06-13T11:30:14.892" v="979" actId="1076"/>
          <ac:spMkLst>
            <pc:docMk/>
            <pc:sldMk cId="2167936260" sldId="308"/>
            <ac:spMk id="22" creationId="{EC0A7157-E9F1-4F72-F4FE-05CB404CDEA2}"/>
          </ac:spMkLst>
        </pc:spChg>
        <pc:spChg chg="add mod">
          <ac:chgData name="jh g" userId="9d4907c58bbfe757" providerId="LiveId" clId="{18B5C24A-EBB3-4B05-955B-7C12B7A30932}" dt="2024-06-13T11:30:06.957" v="978" actId="1076"/>
          <ac:spMkLst>
            <pc:docMk/>
            <pc:sldMk cId="2167936260" sldId="308"/>
            <ac:spMk id="23" creationId="{E063B35E-B8DB-43A2-0A19-29E6E49F4FD8}"/>
          </ac:spMkLst>
        </pc:spChg>
        <pc:spChg chg="add mod">
          <ac:chgData name="jh g" userId="9d4907c58bbfe757" providerId="LiveId" clId="{18B5C24A-EBB3-4B05-955B-7C12B7A30932}" dt="2024-06-13T11:30:06.957" v="978" actId="1076"/>
          <ac:spMkLst>
            <pc:docMk/>
            <pc:sldMk cId="2167936260" sldId="308"/>
            <ac:spMk id="24" creationId="{5BC61654-7C7D-8E0B-CCC3-5842884097A4}"/>
          </ac:spMkLst>
        </pc:spChg>
        <pc:spChg chg="add mod">
          <ac:chgData name="jh g" userId="9d4907c58bbfe757" providerId="LiveId" clId="{18B5C24A-EBB3-4B05-955B-7C12B7A30932}" dt="2024-06-13T11:31:25.063" v="989" actId="207"/>
          <ac:spMkLst>
            <pc:docMk/>
            <pc:sldMk cId="2167936260" sldId="308"/>
            <ac:spMk id="25" creationId="{E8FDF4D8-FE74-67BB-D081-71D0F69922F7}"/>
          </ac:spMkLst>
        </pc:spChg>
        <pc:spChg chg="add mod">
          <ac:chgData name="jh g" userId="9d4907c58bbfe757" providerId="LiveId" clId="{18B5C24A-EBB3-4B05-955B-7C12B7A30932}" dt="2024-06-13T11:30:35.060" v="983" actId="20577"/>
          <ac:spMkLst>
            <pc:docMk/>
            <pc:sldMk cId="2167936260" sldId="308"/>
            <ac:spMk id="26" creationId="{39825146-CC47-4956-2044-CB6D5E10060E}"/>
          </ac:spMkLst>
        </pc:spChg>
        <pc:spChg chg="add mod">
          <ac:chgData name="jh g" userId="9d4907c58bbfe757" providerId="LiveId" clId="{18B5C24A-EBB3-4B05-955B-7C12B7A30932}" dt="2024-06-13T12:13:34.926" v="1434"/>
          <ac:spMkLst>
            <pc:docMk/>
            <pc:sldMk cId="2167936260" sldId="308"/>
            <ac:spMk id="27" creationId="{FA0BC3AD-1C9E-1356-5B42-B6F5045EAE63}"/>
          </ac:spMkLst>
        </pc:spChg>
        <pc:spChg chg="mod">
          <ac:chgData name="jh g" userId="9d4907c58bbfe757" providerId="LiveId" clId="{18B5C24A-EBB3-4B05-955B-7C12B7A30932}" dt="2024-06-13T10:36:10.260" v="582"/>
          <ac:spMkLst>
            <pc:docMk/>
            <pc:sldMk cId="2167936260" sldId="308"/>
            <ac:spMk id="3252" creationId="{00000000-0000-0000-0000-000000000000}"/>
          </ac:spMkLst>
        </pc:spChg>
        <pc:spChg chg="del">
          <ac:chgData name="jh g" userId="9d4907c58bbfe757" providerId="LiveId" clId="{18B5C24A-EBB3-4B05-955B-7C12B7A30932}" dt="2024-06-13T12:13:34.442" v="1433" actId="478"/>
          <ac:spMkLst>
            <pc:docMk/>
            <pc:sldMk cId="2167936260" sldId="308"/>
            <ac:spMk id="3253" creationId="{00000000-0000-0000-0000-000000000000}"/>
          </ac:spMkLst>
        </pc:spChg>
        <pc:graphicFrameChg chg="add del mod modGraphic">
          <ac:chgData name="jh g" userId="9d4907c58bbfe757" providerId="LiveId" clId="{18B5C24A-EBB3-4B05-955B-7C12B7A30932}" dt="2024-06-13T10:32:14.511" v="568" actId="478"/>
          <ac:graphicFrameMkLst>
            <pc:docMk/>
            <pc:sldMk cId="2167936260" sldId="308"/>
            <ac:graphicFrameMk id="2" creationId="{EFE28A01-703B-81F7-0632-1FAE2FCFDA47}"/>
          </ac:graphicFrameMkLst>
        </pc:graphicFrameChg>
        <pc:picChg chg="add del">
          <ac:chgData name="jh g" userId="9d4907c58bbfe757" providerId="LiveId" clId="{18B5C24A-EBB3-4B05-955B-7C12B7A30932}" dt="2024-06-13T10:26:54.484" v="500" actId="478"/>
          <ac:picMkLst>
            <pc:docMk/>
            <pc:sldMk cId="2167936260" sldId="308"/>
            <ac:picMk id="4" creationId="{6FE91790-8D90-58CB-289C-619D4438FFBD}"/>
          </ac:picMkLst>
        </pc:picChg>
        <pc:picChg chg="add mod">
          <ac:chgData name="jh g" userId="9d4907c58bbfe757" providerId="LiveId" clId="{18B5C24A-EBB3-4B05-955B-7C12B7A30932}" dt="2024-06-13T11:23:58.715" v="908" actId="14100"/>
          <ac:picMkLst>
            <pc:docMk/>
            <pc:sldMk cId="2167936260" sldId="308"/>
            <ac:picMk id="6" creationId="{4B96DF82-BCD0-FF83-1BFA-6398518380B5}"/>
          </ac:picMkLst>
        </pc:picChg>
      </pc:sldChg>
      <pc:sldChg chg="addSp delSp modSp mod">
        <pc:chgData name="jh g" userId="9d4907c58bbfe757" providerId="LiveId" clId="{18B5C24A-EBB3-4B05-955B-7C12B7A30932}" dt="2024-06-13T12:28:04.066" v="1453" actId="22"/>
        <pc:sldMkLst>
          <pc:docMk/>
          <pc:sldMk cId="2180247830" sldId="309"/>
        </pc:sldMkLst>
        <pc:spChg chg="add mod">
          <ac:chgData name="jh g" userId="9d4907c58bbfe757" providerId="LiveId" clId="{18B5C24A-EBB3-4B05-955B-7C12B7A30932}" dt="2024-06-13T12:13:38.378" v="1436"/>
          <ac:spMkLst>
            <pc:docMk/>
            <pc:sldMk cId="2180247830" sldId="309"/>
            <ac:spMk id="4" creationId="{75D40233-4A7F-4447-927B-F108B3178E08}"/>
          </ac:spMkLst>
        </pc:spChg>
        <pc:spChg chg="mod">
          <ac:chgData name="jh g" userId="9d4907c58bbfe757" providerId="LiveId" clId="{18B5C24A-EBB3-4B05-955B-7C12B7A30932}" dt="2024-06-13T12:14:31.226" v="1449" actId="20577"/>
          <ac:spMkLst>
            <pc:docMk/>
            <pc:sldMk cId="2180247830" sldId="309"/>
            <ac:spMk id="3252" creationId="{00000000-0000-0000-0000-000000000000}"/>
          </ac:spMkLst>
        </pc:spChg>
        <pc:spChg chg="del">
          <ac:chgData name="jh g" userId="9d4907c58bbfe757" providerId="LiveId" clId="{18B5C24A-EBB3-4B05-955B-7C12B7A30932}" dt="2024-06-13T12:13:37.962" v="1435" actId="478"/>
          <ac:spMkLst>
            <pc:docMk/>
            <pc:sldMk cId="2180247830" sldId="309"/>
            <ac:spMk id="3253" creationId="{00000000-0000-0000-0000-000000000000}"/>
          </ac:spMkLst>
        </pc:spChg>
        <pc:picChg chg="add del mod">
          <ac:chgData name="jh g" userId="9d4907c58bbfe757" providerId="LiveId" clId="{18B5C24A-EBB3-4B05-955B-7C12B7A30932}" dt="2024-06-13T12:28:03.358" v="1452" actId="478"/>
          <ac:picMkLst>
            <pc:docMk/>
            <pc:sldMk cId="2180247830" sldId="309"/>
            <ac:picMk id="3" creationId="{A840327D-4C0B-312E-34A0-007067274414}"/>
          </ac:picMkLst>
        </pc:picChg>
        <pc:picChg chg="add">
          <ac:chgData name="jh g" userId="9d4907c58bbfe757" providerId="LiveId" clId="{18B5C24A-EBB3-4B05-955B-7C12B7A30932}" dt="2024-06-13T12:28:04.066" v="1453" actId="22"/>
          <ac:picMkLst>
            <pc:docMk/>
            <pc:sldMk cId="2180247830" sldId="309"/>
            <ac:picMk id="6" creationId="{8BD58E72-61CD-E177-513B-DEAB74299D6E}"/>
          </ac:picMkLst>
        </pc:picChg>
      </pc:sldChg>
      <pc:sldChg chg="addSp delSp modSp mod">
        <pc:chgData name="jh g" userId="9d4907c58bbfe757" providerId="LiveId" clId="{18B5C24A-EBB3-4B05-955B-7C12B7A30932}" dt="2024-06-13T12:13:49.372" v="1441"/>
        <pc:sldMkLst>
          <pc:docMk/>
          <pc:sldMk cId="3456543129" sldId="310"/>
        </pc:sldMkLst>
        <pc:spChg chg="add mod">
          <ac:chgData name="jh g" userId="9d4907c58bbfe757" providerId="LiveId" clId="{18B5C24A-EBB3-4B05-955B-7C12B7A30932}" dt="2024-06-13T12:10:01.245" v="1304" actId="20577"/>
          <ac:spMkLst>
            <pc:docMk/>
            <pc:sldMk cId="3456543129" sldId="310"/>
            <ac:spMk id="7" creationId="{B18E5902-4E9C-97C0-1533-35FFD1E0DAFB}"/>
          </ac:spMkLst>
        </pc:spChg>
        <pc:spChg chg="add mod">
          <ac:chgData name="jh g" userId="9d4907c58bbfe757" providerId="LiveId" clId="{18B5C24A-EBB3-4B05-955B-7C12B7A30932}" dt="2024-06-13T11:23:49.570" v="906" actId="1076"/>
          <ac:spMkLst>
            <pc:docMk/>
            <pc:sldMk cId="3456543129" sldId="310"/>
            <ac:spMk id="8" creationId="{A554B667-1807-EDE0-F06C-2966077EB082}"/>
          </ac:spMkLst>
        </pc:spChg>
        <pc:spChg chg="add mod">
          <ac:chgData name="jh g" userId="9d4907c58bbfe757" providerId="LiveId" clId="{18B5C24A-EBB3-4B05-955B-7C12B7A30932}" dt="2024-06-13T12:13:42.952" v="1438"/>
          <ac:spMkLst>
            <pc:docMk/>
            <pc:sldMk cId="3456543129" sldId="310"/>
            <ac:spMk id="9" creationId="{280EE8C7-C386-A1DF-49AC-D20D66BC0DAA}"/>
          </ac:spMkLst>
        </pc:spChg>
        <pc:spChg chg="add mod">
          <ac:chgData name="jh g" userId="9d4907c58bbfe757" providerId="LiveId" clId="{18B5C24A-EBB3-4B05-955B-7C12B7A30932}" dt="2024-06-13T12:13:49.372" v="1441"/>
          <ac:spMkLst>
            <pc:docMk/>
            <pc:sldMk cId="3456543129" sldId="310"/>
            <ac:spMk id="10" creationId="{A3DA3C6A-0DBC-52AA-50D1-946392F2F60F}"/>
          </ac:spMkLst>
        </pc:spChg>
        <pc:spChg chg="mod">
          <ac:chgData name="jh g" userId="9d4907c58bbfe757" providerId="LiveId" clId="{18B5C24A-EBB3-4B05-955B-7C12B7A30932}" dt="2024-06-13T11:32:46.879" v="1045" actId="20577"/>
          <ac:spMkLst>
            <pc:docMk/>
            <pc:sldMk cId="3456543129" sldId="310"/>
            <ac:spMk id="3252" creationId="{00000000-0000-0000-0000-000000000000}"/>
          </ac:spMkLst>
        </pc:spChg>
        <pc:spChg chg="del mod">
          <ac:chgData name="jh g" userId="9d4907c58bbfe757" providerId="LiveId" clId="{18B5C24A-EBB3-4B05-955B-7C12B7A30932}" dt="2024-06-13T12:13:48.817" v="1440" actId="478"/>
          <ac:spMkLst>
            <pc:docMk/>
            <pc:sldMk cId="3456543129" sldId="310"/>
            <ac:spMk id="3253" creationId="{00000000-0000-0000-0000-000000000000}"/>
          </ac:spMkLst>
        </pc:spChg>
        <pc:graphicFrameChg chg="add del mod modGraphic">
          <ac:chgData name="jh g" userId="9d4907c58bbfe757" providerId="LiveId" clId="{18B5C24A-EBB3-4B05-955B-7C12B7A30932}" dt="2024-06-13T11:20:57.588" v="792" actId="478"/>
          <ac:graphicFrameMkLst>
            <pc:docMk/>
            <pc:sldMk cId="3456543129" sldId="310"/>
            <ac:graphicFrameMk id="2" creationId="{B2487533-053D-EBD6-3B99-C788374C3186}"/>
          </ac:graphicFrameMkLst>
        </pc:graphicFrameChg>
        <pc:picChg chg="add mod">
          <ac:chgData name="jh g" userId="9d4907c58bbfe757" providerId="LiveId" clId="{18B5C24A-EBB3-4B05-955B-7C12B7A30932}" dt="2024-06-13T11:21:59.536" v="811" actId="1037"/>
          <ac:picMkLst>
            <pc:docMk/>
            <pc:sldMk cId="3456543129" sldId="310"/>
            <ac:picMk id="4" creationId="{C16C0DA0-B2B5-E39F-FD31-C85B5C87B1B3}"/>
          </ac:picMkLst>
        </pc:picChg>
        <pc:picChg chg="add mod">
          <ac:chgData name="jh g" userId="9d4907c58bbfe757" providerId="LiveId" clId="{18B5C24A-EBB3-4B05-955B-7C12B7A30932}" dt="2024-06-13T11:22:02.698" v="821" actId="1037"/>
          <ac:picMkLst>
            <pc:docMk/>
            <pc:sldMk cId="3456543129" sldId="310"/>
            <ac:picMk id="6" creationId="{0D344C22-FD1A-2960-7729-F5D7A4E9265A}"/>
          </ac:picMkLst>
        </pc:picChg>
      </pc:sldChg>
      <pc:sldChg chg="addSp delSp modSp mod">
        <pc:chgData name="jh g" userId="9d4907c58bbfe757" providerId="LiveId" clId="{18B5C24A-EBB3-4B05-955B-7C12B7A30932}" dt="2024-06-13T12:31:46.065" v="1580" actId="20577"/>
        <pc:sldMkLst>
          <pc:docMk/>
          <pc:sldMk cId="85774123" sldId="311"/>
        </pc:sldMkLst>
        <pc:spChg chg="add mod">
          <ac:chgData name="jh g" userId="9d4907c58bbfe757" providerId="LiveId" clId="{18B5C24A-EBB3-4B05-955B-7C12B7A30932}" dt="2024-06-13T12:12:36.137" v="1382" actId="20577"/>
          <ac:spMkLst>
            <pc:docMk/>
            <pc:sldMk cId="85774123" sldId="311"/>
            <ac:spMk id="6" creationId="{09E3661B-AF89-1069-D724-C5094FD34102}"/>
          </ac:spMkLst>
        </pc:spChg>
        <pc:spChg chg="add del mod">
          <ac:chgData name="jh g" userId="9d4907c58bbfe757" providerId="LiveId" clId="{18B5C24A-EBB3-4B05-955B-7C12B7A30932}" dt="2024-06-13T12:30:02.581" v="1456" actId="478"/>
          <ac:spMkLst>
            <pc:docMk/>
            <pc:sldMk cId="85774123" sldId="311"/>
            <ac:spMk id="7" creationId="{37008BDD-DADE-B165-A4B3-16D859F2C580}"/>
          </ac:spMkLst>
        </pc:spChg>
        <pc:spChg chg="add mod">
          <ac:chgData name="jh g" userId="9d4907c58bbfe757" providerId="LiveId" clId="{18B5C24A-EBB3-4B05-955B-7C12B7A30932}" dt="2024-06-13T12:13:54.585" v="1443"/>
          <ac:spMkLst>
            <pc:docMk/>
            <pc:sldMk cId="85774123" sldId="311"/>
            <ac:spMk id="8" creationId="{6FE70F73-424C-8F35-7CDC-351204E9284D}"/>
          </ac:spMkLst>
        </pc:spChg>
        <pc:spChg chg="add mod">
          <ac:chgData name="jh g" userId="9d4907c58bbfe757" providerId="LiveId" clId="{18B5C24A-EBB3-4B05-955B-7C12B7A30932}" dt="2024-06-13T12:30:12.734" v="1553" actId="1037"/>
          <ac:spMkLst>
            <pc:docMk/>
            <pc:sldMk cId="85774123" sldId="311"/>
            <ac:spMk id="10" creationId="{6C8DD569-AD26-3682-02B5-1B93307B732A}"/>
          </ac:spMkLst>
        </pc:spChg>
        <pc:spChg chg="mod">
          <ac:chgData name="jh g" userId="9d4907c58bbfe757" providerId="LiveId" clId="{18B5C24A-EBB3-4B05-955B-7C12B7A30932}" dt="2024-06-13T12:31:46.065" v="1580" actId="20577"/>
          <ac:spMkLst>
            <pc:docMk/>
            <pc:sldMk cId="85774123" sldId="311"/>
            <ac:spMk id="3252" creationId="{00000000-0000-0000-0000-000000000000}"/>
          </ac:spMkLst>
        </pc:spChg>
        <pc:spChg chg="del">
          <ac:chgData name="jh g" userId="9d4907c58bbfe757" providerId="LiveId" clId="{18B5C24A-EBB3-4B05-955B-7C12B7A30932}" dt="2024-06-13T12:13:54.168" v="1442" actId="478"/>
          <ac:spMkLst>
            <pc:docMk/>
            <pc:sldMk cId="85774123" sldId="311"/>
            <ac:spMk id="3253" creationId="{00000000-0000-0000-0000-000000000000}"/>
          </ac:spMkLst>
        </pc:spChg>
        <pc:picChg chg="add mod">
          <ac:chgData name="jh g" userId="9d4907c58bbfe757" providerId="LiveId" clId="{18B5C24A-EBB3-4B05-955B-7C12B7A30932}" dt="2024-06-13T12:12:27.248" v="1380" actId="1035"/>
          <ac:picMkLst>
            <pc:docMk/>
            <pc:sldMk cId="85774123" sldId="311"/>
            <ac:picMk id="3" creationId="{3A9FDDC2-7818-ED39-D2FF-0BD37F3192E2}"/>
          </ac:picMkLst>
        </pc:picChg>
        <pc:picChg chg="add del mod">
          <ac:chgData name="jh g" userId="9d4907c58bbfe757" providerId="LiveId" clId="{18B5C24A-EBB3-4B05-955B-7C12B7A30932}" dt="2024-06-13T12:30:00.255" v="1455" actId="478"/>
          <ac:picMkLst>
            <pc:docMk/>
            <pc:sldMk cId="85774123" sldId="311"/>
            <ac:picMk id="5" creationId="{4A045E6F-50EE-EEF1-61EC-D5458DA814E2}"/>
          </ac:picMkLst>
        </pc:picChg>
        <pc:picChg chg="add mod">
          <ac:chgData name="jh g" userId="9d4907c58bbfe757" providerId="LiveId" clId="{18B5C24A-EBB3-4B05-955B-7C12B7A30932}" dt="2024-06-13T12:30:12.734" v="1553" actId="1037"/>
          <ac:picMkLst>
            <pc:docMk/>
            <pc:sldMk cId="85774123" sldId="311"/>
            <ac:picMk id="9" creationId="{35DAC625-2545-DC7C-3D78-0DFA6435C2D3}"/>
          </ac:picMkLst>
        </pc:picChg>
      </pc:sldChg>
      <pc:sldChg chg="addSp delSp modSp new mod">
        <pc:chgData name="jh g" userId="9d4907c58bbfe757" providerId="LiveId" clId="{18B5C24A-EBB3-4B05-955B-7C12B7A30932}" dt="2024-06-13T13:16:45.228" v="1581" actId="1076"/>
        <pc:sldMkLst>
          <pc:docMk/>
          <pc:sldMk cId="281358438" sldId="312"/>
        </pc:sldMkLst>
        <pc:spChg chg="mod">
          <ac:chgData name="jh g" userId="9d4907c58bbfe757" providerId="LiveId" clId="{18B5C24A-EBB3-4B05-955B-7C12B7A30932}" dt="2024-06-13T12:14:24.390" v="1448" actId="20577"/>
          <ac:spMkLst>
            <pc:docMk/>
            <pc:sldMk cId="281358438" sldId="312"/>
            <ac:spMk id="2" creationId="{960CCC81-C76C-FEEC-C770-D78533119BFB}"/>
          </ac:spMkLst>
        </pc:spChg>
        <pc:spChg chg="add mod">
          <ac:chgData name="jh g" userId="9d4907c58bbfe757" providerId="LiveId" clId="{18B5C24A-EBB3-4B05-955B-7C12B7A30932}" dt="2024-06-13T12:14:08.786" v="1446"/>
          <ac:spMkLst>
            <pc:docMk/>
            <pc:sldMk cId="281358438" sldId="312"/>
            <ac:spMk id="5" creationId="{EB449A93-35C7-278E-F705-E249A7143DE3}"/>
          </ac:spMkLst>
        </pc:spChg>
        <pc:spChg chg="add mod">
          <ac:chgData name="jh g" userId="9d4907c58bbfe757" providerId="LiveId" clId="{18B5C24A-EBB3-4B05-955B-7C12B7A30932}" dt="2024-06-13T12:14:14.230" v="1447"/>
          <ac:spMkLst>
            <pc:docMk/>
            <pc:sldMk cId="281358438" sldId="312"/>
            <ac:spMk id="6" creationId="{FD332311-83F3-C505-546D-1D37D6C2E70F}"/>
          </ac:spMkLst>
        </pc:spChg>
        <pc:graphicFrameChg chg="add del mod modGraphic">
          <ac:chgData name="jh g" userId="9d4907c58bbfe757" providerId="LiveId" clId="{18B5C24A-EBB3-4B05-955B-7C12B7A30932}" dt="2024-06-13T11:58:27.938" v="1134" actId="3680"/>
          <ac:graphicFrameMkLst>
            <pc:docMk/>
            <pc:sldMk cId="281358438" sldId="312"/>
            <ac:graphicFrameMk id="3" creationId="{297ED814-697C-4E01-3CF6-A8E36E7C6C1F}"/>
          </ac:graphicFrameMkLst>
        </pc:graphicFrameChg>
        <pc:graphicFrameChg chg="add mod modGraphic">
          <ac:chgData name="jh g" userId="9d4907c58bbfe757" providerId="LiveId" clId="{18B5C24A-EBB3-4B05-955B-7C12B7A30932}" dt="2024-06-13T13:16:45.228" v="1581" actId="1076"/>
          <ac:graphicFrameMkLst>
            <pc:docMk/>
            <pc:sldMk cId="281358438" sldId="312"/>
            <ac:graphicFrameMk id="4" creationId="{349BE7E8-4215-684F-5B12-1DAD34A34BD5}"/>
          </ac:graphicFrameMkLst>
        </pc:graphicFrameChg>
      </pc:sldChg>
      <pc:sldChg chg="add del">
        <pc:chgData name="jh g" userId="9d4907c58bbfe757" providerId="LiveId" clId="{18B5C24A-EBB3-4B05-955B-7C12B7A30932}" dt="2024-06-13T13:18:56.160" v="1707" actId="2696"/>
        <pc:sldMkLst>
          <pc:docMk/>
          <pc:sldMk cId="2387771471" sldId="313"/>
        </pc:sldMkLst>
      </pc:sldChg>
      <pc:sldChg chg="addSp delSp modSp add mod">
        <pc:chgData name="jh g" userId="9d4907c58bbfe757" providerId="LiveId" clId="{18B5C24A-EBB3-4B05-955B-7C12B7A30932}" dt="2024-06-13T13:22:39.515" v="1755"/>
        <pc:sldMkLst>
          <pc:docMk/>
          <pc:sldMk cId="2387771471" sldId="313"/>
        </pc:sldMkLst>
        <pc:spChg chg="add mod">
          <ac:chgData name="jh g" userId="9d4907c58bbfe757" providerId="LiveId" clId="{18B5C24A-EBB3-4B05-955B-7C12B7A30932}" dt="2024-06-13T13:22:39.515" v="1755"/>
          <ac:spMkLst>
            <pc:docMk/>
            <pc:sldMk cId="2387771471" sldId="313"/>
            <ac:spMk id="2" creationId="{D661351E-8AFE-1E59-161D-C1F9A4C069A6}"/>
          </ac:spMkLst>
        </pc:spChg>
        <pc:spChg chg="del">
          <ac:chgData name="jh g" userId="9d4907c58bbfe757" providerId="LiveId" clId="{18B5C24A-EBB3-4B05-955B-7C12B7A30932}" dt="2024-06-13T13:22:39.194" v="1754" actId="478"/>
          <ac:spMkLst>
            <pc:docMk/>
            <pc:sldMk cId="2387771471" sldId="313"/>
            <ac:spMk id="3253" creationId="{00000000-0000-0000-0000-000000000000}"/>
          </ac:spMkLst>
        </pc:spChg>
      </pc:sldChg>
      <pc:sldChg chg="addSp delSp modSp add mod">
        <pc:chgData name="jh g" userId="9d4907c58bbfe757" providerId="LiveId" clId="{18B5C24A-EBB3-4B05-955B-7C12B7A30932}" dt="2024-06-13T13:21:38.256" v="1735"/>
        <pc:sldMkLst>
          <pc:docMk/>
          <pc:sldMk cId="494266146" sldId="314"/>
        </pc:sldMkLst>
        <pc:spChg chg="add mod">
          <ac:chgData name="jh g" userId="9d4907c58bbfe757" providerId="LiveId" clId="{18B5C24A-EBB3-4B05-955B-7C12B7A30932}" dt="2024-06-13T13:21:38.256" v="1735"/>
          <ac:spMkLst>
            <pc:docMk/>
            <pc:sldMk cId="494266146" sldId="314"/>
            <ac:spMk id="3" creationId="{1012206B-D8A8-E7B7-AD6B-1C5ACFD7FCCD}"/>
          </ac:spMkLst>
        </pc:spChg>
        <pc:spChg chg="del">
          <ac:chgData name="jh g" userId="9d4907c58bbfe757" providerId="LiveId" clId="{18B5C24A-EBB3-4B05-955B-7C12B7A30932}" dt="2024-06-13T13:21:37.865" v="1734" actId="478"/>
          <ac:spMkLst>
            <pc:docMk/>
            <pc:sldMk cId="494266146" sldId="314"/>
            <ac:spMk id="3253" creationId="{00000000-0000-0000-0000-000000000000}"/>
          </ac:spMkLst>
        </pc:spChg>
      </pc:sldChg>
      <pc:sldChg chg="addSp modSp add">
        <pc:chgData name="jh g" userId="9d4907c58bbfe757" providerId="LiveId" clId="{18B5C24A-EBB3-4B05-955B-7C12B7A30932}" dt="2024-06-13T13:21:46.704" v="1738"/>
        <pc:sldMkLst>
          <pc:docMk/>
          <pc:sldMk cId="2912285713" sldId="315"/>
        </pc:sldMkLst>
        <pc:spChg chg="add mod">
          <ac:chgData name="jh g" userId="9d4907c58bbfe757" providerId="LiveId" clId="{18B5C24A-EBB3-4B05-955B-7C12B7A30932}" dt="2024-06-13T13:21:46.704" v="1738"/>
          <ac:spMkLst>
            <pc:docMk/>
            <pc:sldMk cId="2912285713" sldId="315"/>
            <ac:spMk id="3" creationId="{62185607-30E8-9B8B-3431-68FC34E8C974}"/>
          </ac:spMkLst>
        </pc:spChg>
      </pc:sldChg>
      <pc:sldChg chg="addSp delSp modSp add mod">
        <pc:chgData name="jh g" userId="9d4907c58bbfe757" providerId="LiveId" clId="{18B5C24A-EBB3-4B05-955B-7C12B7A30932}" dt="2024-06-13T13:21:56.365" v="1740"/>
        <pc:sldMkLst>
          <pc:docMk/>
          <pc:sldMk cId="1793137547" sldId="316"/>
        </pc:sldMkLst>
        <pc:spChg chg="add mod">
          <ac:chgData name="jh g" userId="9d4907c58bbfe757" providerId="LiveId" clId="{18B5C24A-EBB3-4B05-955B-7C12B7A30932}" dt="2024-06-13T13:21:56.365" v="1740"/>
          <ac:spMkLst>
            <pc:docMk/>
            <pc:sldMk cId="1793137547" sldId="316"/>
            <ac:spMk id="2" creationId="{0FA2DA89-3FF3-4F88-4BBB-B8D2E1A9FCDA}"/>
          </ac:spMkLst>
        </pc:spChg>
        <pc:spChg chg="del">
          <ac:chgData name="jh g" userId="9d4907c58bbfe757" providerId="LiveId" clId="{18B5C24A-EBB3-4B05-955B-7C12B7A30932}" dt="2024-06-13T13:21:56.064" v="1739" actId="478"/>
          <ac:spMkLst>
            <pc:docMk/>
            <pc:sldMk cId="1793137547" sldId="316"/>
            <ac:spMk id="3253" creationId="{00000000-0000-0000-0000-000000000000}"/>
          </ac:spMkLst>
        </pc:spChg>
      </pc:sldChg>
      <pc:sldChg chg="addSp delSp modSp add mod">
        <pc:chgData name="jh g" userId="9d4907c58bbfe757" providerId="LiveId" clId="{18B5C24A-EBB3-4B05-955B-7C12B7A30932}" dt="2024-06-13T13:22:01.897" v="1742"/>
        <pc:sldMkLst>
          <pc:docMk/>
          <pc:sldMk cId="3823261963" sldId="317"/>
        </pc:sldMkLst>
        <pc:spChg chg="add mod">
          <ac:chgData name="jh g" userId="9d4907c58bbfe757" providerId="LiveId" clId="{18B5C24A-EBB3-4B05-955B-7C12B7A30932}" dt="2024-06-13T13:22:01.897" v="1742"/>
          <ac:spMkLst>
            <pc:docMk/>
            <pc:sldMk cId="3823261963" sldId="317"/>
            <ac:spMk id="3" creationId="{E813EB09-D5A3-8945-15D0-0FC21F22D3B0}"/>
          </ac:spMkLst>
        </pc:spChg>
        <pc:spChg chg="del">
          <ac:chgData name="jh g" userId="9d4907c58bbfe757" providerId="LiveId" clId="{18B5C24A-EBB3-4B05-955B-7C12B7A30932}" dt="2024-06-13T13:22:01.480" v="1741" actId="478"/>
          <ac:spMkLst>
            <pc:docMk/>
            <pc:sldMk cId="3823261963" sldId="317"/>
            <ac:spMk id="3253" creationId="{00000000-0000-0000-0000-000000000000}"/>
          </ac:spMkLst>
        </pc:spChg>
      </pc:sldChg>
      <pc:sldChg chg="addSp delSp modSp add mod">
        <pc:chgData name="jh g" userId="9d4907c58bbfe757" providerId="LiveId" clId="{18B5C24A-EBB3-4B05-955B-7C12B7A30932}" dt="2024-06-13T13:22:06.618" v="1744"/>
        <pc:sldMkLst>
          <pc:docMk/>
          <pc:sldMk cId="3454289473" sldId="318"/>
        </pc:sldMkLst>
        <pc:spChg chg="add mod">
          <ac:chgData name="jh g" userId="9d4907c58bbfe757" providerId="LiveId" clId="{18B5C24A-EBB3-4B05-955B-7C12B7A30932}" dt="2024-06-13T13:22:06.618" v="1744"/>
          <ac:spMkLst>
            <pc:docMk/>
            <pc:sldMk cId="3454289473" sldId="318"/>
            <ac:spMk id="15" creationId="{9E300BA0-62A8-8F1A-9279-262A6EF0EB41}"/>
          </ac:spMkLst>
        </pc:spChg>
        <pc:spChg chg="del">
          <ac:chgData name="jh g" userId="9d4907c58bbfe757" providerId="LiveId" clId="{18B5C24A-EBB3-4B05-955B-7C12B7A30932}" dt="2024-06-13T13:22:06.360" v="1743" actId="478"/>
          <ac:spMkLst>
            <pc:docMk/>
            <pc:sldMk cId="3454289473" sldId="318"/>
            <ac:spMk id="3253" creationId="{00000000-0000-0000-0000-000000000000}"/>
          </ac:spMkLst>
        </pc:spChg>
      </pc:sldChg>
      <pc:sldChg chg="addSp modSp add">
        <pc:chgData name="jh g" userId="9d4907c58bbfe757" providerId="LiveId" clId="{18B5C24A-EBB3-4B05-955B-7C12B7A30932}" dt="2024-06-13T13:22:09.815" v="1745"/>
        <pc:sldMkLst>
          <pc:docMk/>
          <pc:sldMk cId="2622991086" sldId="319"/>
        </pc:sldMkLst>
        <pc:spChg chg="add mod">
          <ac:chgData name="jh g" userId="9d4907c58bbfe757" providerId="LiveId" clId="{18B5C24A-EBB3-4B05-955B-7C12B7A30932}" dt="2024-06-13T13:22:09.815" v="1745"/>
          <ac:spMkLst>
            <pc:docMk/>
            <pc:sldMk cId="2622991086" sldId="319"/>
            <ac:spMk id="3" creationId="{C5567965-5F43-47A6-5E42-12CD746AA9AC}"/>
          </ac:spMkLst>
        </pc:spChg>
      </pc:sldChg>
      <pc:sldChg chg="addSp delSp modSp add mod">
        <pc:chgData name="jh g" userId="9d4907c58bbfe757" providerId="LiveId" clId="{18B5C24A-EBB3-4B05-955B-7C12B7A30932}" dt="2024-06-13T13:22:18.294" v="1747"/>
        <pc:sldMkLst>
          <pc:docMk/>
          <pc:sldMk cId="1811982230" sldId="320"/>
        </pc:sldMkLst>
        <pc:spChg chg="add mod">
          <ac:chgData name="jh g" userId="9d4907c58bbfe757" providerId="LiveId" clId="{18B5C24A-EBB3-4B05-955B-7C12B7A30932}" dt="2024-06-13T13:22:18.294" v="1747"/>
          <ac:spMkLst>
            <pc:docMk/>
            <pc:sldMk cId="1811982230" sldId="320"/>
            <ac:spMk id="3" creationId="{2B2CA201-C790-81BF-A1C2-0924FD33C7F6}"/>
          </ac:spMkLst>
        </pc:spChg>
        <pc:spChg chg="del">
          <ac:chgData name="jh g" userId="9d4907c58bbfe757" providerId="LiveId" clId="{18B5C24A-EBB3-4B05-955B-7C12B7A30932}" dt="2024-06-13T13:22:17.666" v="1746" actId="478"/>
          <ac:spMkLst>
            <pc:docMk/>
            <pc:sldMk cId="1811982230" sldId="320"/>
            <ac:spMk id="3253" creationId="{00000000-0000-0000-0000-000000000000}"/>
          </ac:spMkLst>
        </pc:spChg>
      </pc:sldChg>
      <pc:sldChg chg="addSp delSp modSp add mod">
        <pc:chgData name="jh g" userId="9d4907c58bbfe757" providerId="LiveId" clId="{18B5C24A-EBB3-4B05-955B-7C12B7A30932}" dt="2024-06-13T13:22:24.232" v="1749"/>
        <pc:sldMkLst>
          <pc:docMk/>
          <pc:sldMk cId="2508931693" sldId="321"/>
        </pc:sldMkLst>
        <pc:spChg chg="add mod">
          <ac:chgData name="jh g" userId="9d4907c58bbfe757" providerId="LiveId" clId="{18B5C24A-EBB3-4B05-955B-7C12B7A30932}" dt="2024-06-13T13:22:24.232" v="1749"/>
          <ac:spMkLst>
            <pc:docMk/>
            <pc:sldMk cId="2508931693" sldId="321"/>
            <ac:spMk id="3" creationId="{1B3D6BDC-4CC1-691A-A5E0-2477E47588B1}"/>
          </ac:spMkLst>
        </pc:spChg>
        <pc:spChg chg="del">
          <ac:chgData name="jh g" userId="9d4907c58bbfe757" providerId="LiveId" clId="{18B5C24A-EBB3-4B05-955B-7C12B7A30932}" dt="2024-06-13T13:22:23.855" v="1748" actId="478"/>
          <ac:spMkLst>
            <pc:docMk/>
            <pc:sldMk cId="2508931693" sldId="321"/>
            <ac:spMk id="3253" creationId="{00000000-0000-0000-0000-000000000000}"/>
          </ac:spMkLst>
        </pc:spChg>
      </pc:sldChg>
      <pc:sldChg chg="addSp delSp modSp add mod">
        <pc:chgData name="jh g" userId="9d4907c58bbfe757" providerId="LiveId" clId="{18B5C24A-EBB3-4B05-955B-7C12B7A30932}" dt="2024-06-13T13:22:29.344" v="1751"/>
        <pc:sldMkLst>
          <pc:docMk/>
          <pc:sldMk cId="3479822517" sldId="322"/>
        </pc:sldMkLst>
        <pc:spChg chg="add mod">
          <ac:chgData name="jh g" userId="9d4907c58bbfe757" providerId="LiveId" clId="{18B5C24A-EBB3-4B05-955B-7C12B7A30932}" dt="2024-06-13T13:22:29.344" v="1751"/>
          <ac:spMkLst>
            <pc:docMk/>
            <pc:sldMk cId="3479822517" sldId="322"/>
            <ac:spMk id="2" creationId="{1B3CE2DA-99D1-21DC-44A2-25A7B385277E}"/>
          </ac:spMkLst>
        </pc:spChg>
        <pc:spChg chg="del">
          <ac:chgData name="jh g" userId="9d4907c58bbfe757" providerId="LiveId" clId="{18B5C24A-EBB3-4B05-955B-7C12B7A30932}" dt="2024-06-13T13:22:29.055" v="1750" actId="478"/>
          <ac:spMkLst>
            <pc:docMk/>
            <pc:sldMk cId="3479822517" sldId="322"/>
            <ac:spMk id="3253" creationId="{00000000-0000-0000-0000-000000000000}"/>
          </ac:spMkLst>
        </pc:spChg>
      </pc:sldChg>
      <pc:sldChg chg="addSp delSp modSp add mod">
        <pc:chgData name="jh g" userId="9d4907c58bbfe757" providerId="LiveId" clId="{18B5C24A-EBB3-4B05-955B-7C12B7A30932}" dt="2024-06-13T13:22:34.545" v="1753"/>
        <pc:sldMkLst>
          <pc:docMk/>
          <pc:sldMk cId="1105168125" sldId="323"/>
        </pc:sldMkLst>
        <pc:spChg chg="add mod">
          <ac:chgData name="jh g" userId="9d4907c58bbfe757" providerId="LiveId" clId="{18B5C24A-EBB3-4B05-955B-7C12B7A30932}" dt="2024-06-13T13:22:34.545" v="1753"/>
          <ac:spMkLst>
            <pc:docMk/>
            <pc:sldMk cId="1105168125" sldId="323"/>
            <ac:spMk id="2" creationId="{340C420C-9DCC-B5E9-1E4C-B2849DE4B141}"/>
          </ac:spMkLst>
        </pc:spChg>
        <pc:spChg chg="del">
          <ac:chgData name="jh g" userId="9d4907c58bbfe757" providerId="LiveId" clId="{18B5C24A-EBB3-4B05-955B-7C12B7A30932}" dt="2024-06-13T13:22:34.276" v="1752" actId="478"/>
          <ac:spMkLst>
            <pc:docMk/>
            <pc:sldMk cId="1105168125" sldId="323"/>
            <ac:spMk id="3253" creationId="{00000000-0000-0000-0000-000000000000}"/>
          </ac:spMkLst>
        </pc:spChg>
      </pc:sldChg>
      <pc:sldChg chg="addSp delSp modSp add mod">
        <pc:chgData name="jh g" userId="9d4907c58bbfe757" providerId="LiveId" clId="{18B5C24A-EBB3-4B05-955B-7C12B7A30932}" dt="2024-06-13T13:22:52.962" v="1759" actId="478"/>
        <pc:sldMkLst>
          <pc:docMk/>
          <pc:sldMk cId="3815700415" sldId="324"/>
        </pc:sldMkLst>
        <pc:spChg chg="add del mod">
          <ac:chgData name="jh g" userId="9d4907c58bbfe757" providerId="LiveId" clId="{18B5C24A-EBB3-4B05-955B-7C12B7A30932}" dt="2024-06-13T13:22:52.962" v="1759" actId="478"/>
          <ac:spMkLst>
            <pc:docMk/>
            <pc:sldMk cId="3815700415" sldId="324"/>
            <ac:spMk id="4" creationId="{B6328CC5-4648-F1C5-CA88-62BE4C8DBFB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BB841E-4DEE-403A-9475-C6E70485E27F}" type="doc">
      <dgm:prSet loTypeId="urn:microsoft.com/office/officeart/2005/8/layout/process1" loCatId="process" qsTypeId="urn:microsoft.com/office/officeart/2005/8/quickstyle/simple3" qsCatId="simple" csTypeId="urn:microsoft.com/office/officeart/2005/8/colors/colorful1" csCatId="colorful" phldr="1"/>
      <dgm:spPr/>
    </dgm:pt>
    <dgm:pt modelId="{BB39E305-B57C-447D-853D-D67B80F79723}">
      <dgm:prSet phldrT="[文本]" custT="1"/>
      <dgm:spPr/>
      <dgm:t>
        <a:bodyPr/>
        <a:lstStyle/>
        <a:p>
          <a:r>
            <a:rPr lang="en-US" altLang="zh-CN" sz="1600" b="1" dirty="0"/>
            <a:t>Conv 1 (32,3*3)</a:t>
          </a:r>
        </a:p>
        <a:p>
          <a:r>
            <a:rPr lang="en-US" altLang="zh-CN" sz="1600" b="1" dirty="0"/>
            <a:t>BN</a:t>
          </a:r>
        </a:p>
        <a:p>
          <a:r>
            <a:rPr lang="en-US" altLang="zh-CN" sz="1600" b="1" dirty="0"/>
            <a:t>Max pool (2*2)</a:t>
          </a:r>
        </a:p>
        <a:p>
          <a:r>
            <a:rPr lang="en-US" altLang="zh-CN" sz="1600" b="1" dirty="0"/>
            <a:t>Conv 2 (32,3*3)</a:t>
          </a:r>
        </a:p>
        <a:p>
          <a:r>
            <a:rPr lang="en-US" altLang="zh-CN" sz="1600" b="1" dirty="0"/>
            <a:t>BN</a:t>
          </a:r>
        </a:p>
        <a:p>
          <a:r>
            <a:rPr lang="en-US" altLang="zh-CN" sz="1600" b="1" dirty="0"/>
            <a:t>Max pool (2*2)</a:t>
          </a:r>
          <a:endParaRPr lang="zh-CN" altLang="en-US" sz="1600" b="1" dirty="0"/>
        </a:p>
      </dgm:t>
    </dgm:pt>
    <dgm:pt modelId="{CD2B7B65-D8C8-45F5-89D9-2063EF3CF4AD}" type="parTrans" cxnId="{2B51E8AA-2456-4FF2-9398-29BFCC01110F}">
      <dgm:prSet/>
      <dgm:spPr/>
      <dgm:t>
        <a:bodyPr/>
        <a:lstStyle/>
        <a:p>
          <a:endParaRPr lang="zh-CN" altLang="en-US" sz="1600" b="1"/>
        </a:p>
      </dgm:t>
    </dgm:pt>
    <dgm:pt modelId="{E3C8CD3E-EEED-4EA8-91FB-EE4A836305BB}" type="sibTrans" cxnId="{2B51E8AA-2456-4FF2-9398-29BFCC01110F}">
      <dgm:prSet custT="1"/>
      <dgm:spPr/>
      <dgm:t>
        <a:bodyPr/>
        <a:lstStyle/>
        <a:p>
          <a:endParaRPr lang="zh-CN" altLang="en-US" sz="1600" b="1"/>
        </a:p>
      </dgm:t>
    </dgm:pt>
    <dgm:pt modelId="{75C233F9-29E2-4F5B-9696-19360583C680}">
      <dgm:prSet phldrT="[文本]" custT="1"/>
      <dgm:spPr/>
      <dgm:t>
        <a:bodyPr/>
        <a:lstStyle/>
        <a:p>
          <a:r>
            <a:rPr lang="en-US" altLang="zh-CN" sz="1600" b="1" dirty="0"/>
            <a:t>Conv 3 (64,3*3)</a:t>
          </a:r>
        </a:p>
        <a:p>
          <a:r>
            <a:rPr lang="en-US" altLang="zh-CN" sz="1600" b="1" dirty="0"/>
            <a:t>BN</a:t>
          </a:r>
        </a:p>
        <a:p>
          <a:r>
            <a:rPr lang="en-US" altLang="zh-CN" sz="1600" b="1" dirty="0"/>
            <a:t>Max pool (2*2)</a:t>
          </a:r>
        </a:p>
        <a:p>
          <a:r>
            <a:rPr lang="en-US" altLang="zh-CN" sz="1600" b="1" dirty="0"/>
            <a:t>Conv 4 (64,3*3)</a:t>
          </a:r>
        </a:p>
        <a:p>
          <a:r>
            <a:rPr lang="en-US" altLang="zh-CN" sz="1600" b="1" dirty="0"/>
            <a:t>BN</a:t>
          </a:r>
        </a:p>
        <a:p>
          <a:r>
            <a:rPr lang="en-US" altLang="zh-CN" sz="1600" b="1" dirty="0"/>
            <a:t>Max pool (2*2)</a:t>
          </a:r>
        </a:p>
      </dgm:t>
    </dgm:pt>
    <dgm:pt modelId="{8A81A47A-0BA4-43E7-AFC4-3DE2307F50E0}" type="parTrans" cxnId="{0E7597AF-7ACF-4480-885F-4DCEC7490824}">
      <dgm:prSet/>
      <dgm:spPr/>
      <dgm:t>
        <a:bodyPr/>
        <a:lstStyle/>
        <a:p>
          <a:endParaRPr lang="zh-CN" altLang="en-US" sz="1600" b="1"/>
        </a:p>
      </dgm:t>
    </dgm:pt>
    <dgm:pt modelId="{19FC6C7C-F3C7-4880-BE5E-0BF8B503EA85}" type="sibTrans" cxnId="{0E7597AF-7ACF-4480-885F-4DCEC7490824}">
      <dgm:prSet custT="1"/>
      <dgm:spPr/>
      <dgm:t>
        <a:bodyPr/>
        <a:lstStyle/>
        <a:p>
          <a:endParaRPr lang="zh-CN" altLang="en-US" sz="1600" b="1"/>
        </a:p>
      </dgm:t>
    </dgm:pt>
    <dgm:pt modelId="{92A25EEA-83B1-4902-A597-13EAB12A2B3E}">
      <dgm:prSet phldrT="[文本]" custT="1"/>
      <dgm:spPr/>
      <dgm:t>
        <a:bodyPr/>
        <a:lstStyle/>
        <a:p>
          <a:r>
            <a:rPr lang="en-US" altLang="zh-CN" sz="1600" b="1" dirty="0"/>
            <a:t>Conv5 (128,3*3)</a:t>
          </a:r>
        </a:p>
        <a:p>
          <a:r>
            <a:rPr lang="en-US" altLang="zh-CN" sz="1600" b="1" dirty="0"/>
            <a:t>BN</a:t>
          </a:r>
        </a:p>
        <a:p>
          <a:r>
            <a:rPr lang="en-US" altLang="zh-CN" sz="1600" b="1" dirty="0"/>
            <a:t>Conv6 (128,3*3)</a:t>
          </a:r>
        </a:p>
        <a:p>
          <a:r>
            <a:rPr lang="en-US" altLang="zh-CN" sz="1600" b="1" dirty="0"/>
            <a:t>BN</a:t>
          </a:r>
        </a:p>
        <a:p>
          <a:r>
            <a:rPr lang="en-US" altLang="zh-CN" sz="1600" b="1" dirty="0"/>
            <a:t>Max pool (2*2)</a:t>
          </a:r>
          <a:endParaRPr lang="zh-CN" altLang="en-US" sz="1600" b="1" dirty="0"/>
        </a:p>
      </dgm:t>
    </dgm:pt>
    <dgm:pt modelId="{03CE9771-B065-402B-B57C-AA1C7DF30A3D}" type="parTrans" cxnId="{6ECEA9E7-7833-419B-AA42-A524BF8EB01A}">
      <dgm:prSet/>
      <dgm:spPr/>
      <dgm:t>
        <a:bodyPr/>
        <a:lstStyle/>
        <a:p>
          <a:endParaRPr lang="zh-CN" altLang="en-US" sz="1600" b="1"/>
        </a:p>
      </dgm:t>
    </dgm:pt>
    <dgm:pt modelId="{4969E5C4-0DFA-4A15-8697-B62783F812AC}" type="sibTrans" cxnId="{6ECEA9E7-7833-419B-AA42-A524BF8EB01A}">
      <dgm:prSet custT="1"/>
      <dgm:spPr/>
      <dgm:t>
        <a:bodyPr/>
        <a:lstStyle/>
        <a:p>
          <a:endParaRPr lang="zh-CN" altLang="en-US" sz="1600" b="1"/>
        </a:p>
      </dgm:t>
    </dgm:pt>
    <dgm:pt modelId="{D07B3D11-548B-49AD-959E-749375E09F8B}">
      <dgm:prSet phldrT="[文本]" custT="1"/>
      <dgm:spPr>
        <a:solidFill>
          <a:srgbClr val="C4DEEA"/>
        </a:solidFill>
      </dgm:spPr>
      <dgm:t>
        <a:bodyPr/>
        <a:lstStyle/>
        <a:p>
          <a:r>
            <a:rPr lang="en-US" altLang="zh-CN" sz="1600" b="1" dirty="0"/>
            <a:t>Flatten</a:t>
          </a:r>
        </a:p>
        <a:p>
          <a:r>
            <a:rPr lang="en-US" altLang="zh-CN" sz="1600" b="1" dirty="0"/>
            <a:t>Linear 1 (6272,512)</a:t>
          </a:r>
        </a:p>
        <a:p>
          <a:r>
            <a:rPr lang="en-US" altLang="zh-CN" sz="1600" b="1" dirty="0"/>
            <a:t>Dropout</a:t>
          </a:r>
        </a:p>
        <a:p>
          <a:r>
            <a:rPr lang="en-US" altLang="zh-CN" sz="1600" b="1" dirty="0"/>
            <a:t>Linear 2 (512,128)</a:t>
          </a:r>
        </a:p>
        <a:p>
          <a:r>
            <a:rPr lang="en-US" altLang="zh-CN" sz="1600" b="1" dirty="0"/>
            <a:t>Dropout</a:t>
          </a:r>
        </a:p>
        <a:p>
          <a:r>
            <a:rPr lang="en-US" altLang="zh-CN" sz="1600" b="1" dirty="0"/>
            <a:t>Linear 3 (128, 6)</a:t>
          </a:r>
        </a:p>
        <a:p>
          <a:r>
            <a:rPr lang="en-US" altLang="zh-CN" sz="1600" b="1" dirty="0"/>
            <a:t>Dropout</a:t>
          </a:r>
          <a:endParaRPr lang="zh-CN" altLang="en-US" sz="1600" b="1" dirty="0"/>
        </a:p>
      </dgm:t>
    </dgm:pt>
    <dgm:pt modelId="{4437474F-73D7-4495-B82D-4D8202F3F9A7}" type="parTrans" cxnId="{9C2A3D2F-F324-4618-9B88-42C8B29998FF}">
      <dgm:prSet/>
      <dgm:spPr/>
      <dgm:t>
        <a:bodyPr/>
        <a:lstStyle/>
        <a:p>
          <a:endParaRPr lang="zh-CN" altLang="en-US" sz="1600" b="1"/>
        </a:p>
      </dgm:t>
    </dgm:pt>
    <dgm:pt modelId="{F2AB5A8D-2A53-42DB-8531-29C8E05F743E}" type="sibTrans" cxnId="{9C2A3D2F-F324-4618-9B88-42C8B29998FF}">
      <dgm:prSet/>
      <dgm:spPr/>
      <dgm:t>
        <a:bodyPr/>
        <a:lstStyle/>
        <a:p>
          <a:endParaRPr lang="zh-CN" altLang="en-US" sz="1600" b="1"/>
        </a:p>
      </dgm:t>
    </dgm:pt>
    <dgm:pt modelId="{6D5D3641-2760-406F-9334-B7DD3C485FB4}" type="pres">
      <dgm:prSet presAssocID="{72BB841E-4DEE-403A-9475-C6E70485E27F}" presName="Name0" presStyleCnt="0">
        <dgm:presLayoutVars>
          <dgm:dir/>
          <dgm:resizeHandles val="exact"/>
        </dgm:presLayoutVars>
      </dgm:prSet>
      <dgm:spPr/>
    </dgm:pt>
    <dgm:pt modelId="{53F9A65A-5DC2-4DB4-84AD-8E38B84B680B}" type="pres">
      <dgm:prSet presAssocID="{BB39E305-B57C-447D-853D-D67B80F79723}" presName="node" presStyleLbl="node1" presStyleIdx="0" presStyleCnt="4" custScaleY="95854">
        <dgm:presLayoutVars>
          <dgm:bulletEnabled val="1"/>
        </dgm:presLayoutVars>
      </dgm:prSet>
      <dgm:spPr/>
    </dgm:pt>
    <dgm:pt modelId="{761F5AB8-459B-4040-9D72-24A688167B6E}" type="pres">
      <dgm:prSet presAssocID="{E3C8CD3E-EEED-4EA8-91FB-EE4A836305BB}" presName="sibTrans" presStyleLbl="sibTrans2D1" presStyleIdx="0" presStyleCnt="3"/>
      <dgm:spPr/>
    </dgm:pt>
    <dgm:pt modelId="{CD89EC0A-4346-4466-A60C-8134BD08CA8C}" type="pres">
      <dgm:prSet presAssocID="{E3C8CD3E-EEED-4EA8-91FB-EE4A836305BB}" presName="connectorText" presStyleLbl="sibTrans2D1" presStyleIdx="0" presStyleCnt="3"/>
      <dgm:spPr/>
    </dgm:pt>
    <dgm:pt modelId="{D0718E92-8B22-4D03-8372-6A5829C4BDFF}" type="pres">
      <dgm:prSet presAssocID="{75C233F9-29E2-4F5B-9696-19360583C680}" presName="node" presStyleLbl="node1" presStyleIdx="1" presStyleCnt="4" custScaleY="93287">
        <dgm:presLayoutVars>
          <dgm:bulletEnabled val="1"/>
        </dgm:presLayoutVars>
      </dgm:prSet>
      <dgm:spPr/>
    </dgm:pt>
    <dgm:pt modelId="{837EC6E3-6DD0-4D8E-8599-08A5AAC518EB}" type="pres">
      <dgm:prSet presAssocID="{19FC6C7C-F3C7-4880-BE5E-0BF8B503EA85}" presName="sibTrans" presStyleLbl="sibTrans2D1" presStyleIdx="1" presStyleCnt="3"/>
      <dgm:spPr/>
    </dgm:pt>
    <dgm:pt modelId="{AC2F7129-CA1F-4E78-B1E4-BFE3131F20FD}" type="pres">
      <dgm:prSet presAssocID="{19FC6C7C-F3C7-4880-BE5E-0BF8B503EA85}" presName="connectorText" presStyleLbl="sibTrans2D1" presStyleIdx="1" presStyleCnt="3"/>
      <dgm:spPr/>
    </dgm:pt>
    <dgm:pt modelId="{025992DD-A4D1-4FC8-9A40-89379355FFA5}" type="pres">
      <dgm:prSet presAssocID="{92A25EEA-83B1-4902-A597-13EAB12A2B3E}" presName="node" presStyleLbl="node1" presStyleIdx="2" presStyleCnt="4">
        <dgm:presLayoutVars>
          <dgm:bulletEnabled val="1"/>
        </dgm:presLayoutVars>
      </dgm:prSet>
      <dgm:spPr/>
    </dgm:pt>
    <dgm:pt modelId="{132AF473-35A9-457B-A6AF-136672CB5D5A}" type="pres">
      <dgm:prSet presAssocID="{4969E5C4-0DFA-4A15-8697-B62783F812AC}" presName="sibTrans" presStyleLbl="sibTrans2D1" presStyleIdx="2" presStyleCnt="3"/>
      <dgm:spPr/>
    </dgm:pt>
    <dgm:pt modelId="{58EA5E6E-8A94-4A4C-915C-E6661BB231D9}" type="pres">
      <dgm:prSet presAssocID="{4969E5C4-0DFA-4A15-8697-B62783F812AC}" presName="connectorText" presStyleLbl="sibTrans2D1" presStyleIdx="2" presStyleCnt="3"/>
      <dgm:spPr/>
    </dgm:pt>
    <dgm:pt modelId="{9BA620C1-D70E-4D4D-B9BB-A2B83A681761}" type="pres">
      <dgm:prSet presAssocID="{D07B3D11-548B-49AD-959E-749375E09F8B}" presName="node" presStyleLbl="node1" presStyleIdx="3" presStyleCnt="4" custScaleX="115164">
        <dgm:presLayoutVars>
          <dgm:bulletEnabled val="1"/>
        </dgm:presLayoutVars>
      </dgm:prSet>
      <dgm:spPr/>
    </dgm:pt>
  </dgm:ptLst>
  <dgm:cxnLst>
    <dgm:cxn modelId="{62804006-E8C6-40A4-B580-94FF9A743EF3}" type="presOf" srcId="{E3C8CD3E-EEED-4EA8-91FB-EE4A836305BB}" destId="{761F5AB8-459B-4040-9D72-24A688167B6E}" srcOrd="0" destOrd="0" presId="urn:microsoft.com/office/officeart/2005/8/layout/process1"/>
    <dgm:cxn modelId="{F7DEE91A-71F6-49CF-B848-E5B9F3651589}" type="presOf" srcId="{19FC6C7C-F3C7-4880-BE5E-0BF8B503EA85}" destId="{AC2F7129-CA1F-4E78-B1E4-BFE3131F20FD}" srcOrd="1" destOrd="0" presId="urn:microsoft.com/office/officeart/2005/8/layout/process1"/>
    <dgm:cxn modelId="{6209412C-D528-45A9-8ED5-8447ADB51239}" type="presOf" srcId="{92A25EEA-83B1-4902-A597-13EAB12A2B3E}" destId="{025992DD-A4D1-4FC8-9A40-89379355FFA5}" srcOrd="0" destOrd="0" presId="urn:microsoft.com/office/officeart/2005/8/layout/process1"/>
    <dgm:cxn modelId="{9C2A3D2F-F324-4618-9B88-42C8B29998FF}" srcId="{72BB841E-4DEE-403A-9475-C6E70485E27F}" destId="{D07B3D11-548B-49AD-959E-749375E09F8B}" srcOrd="3" destOrd="0" parTransId="{4437474F-73D7-4495-B82D-4D8202F3F9A7}" sibTransId="{F2AB5A8D-2A53-42DB-8531-29C8E05F743E}"/>
    <dgm:cxn modelId="{1A48AB38-AA03-4C2E-92D6-A932B5918AD4}" type="presOf" srcId="{4969E5C4-0DFA-4A15-8697-B62783F812AC}" destId="{58EA5E6E-8A94-4A4C-915C-E6661BB231D9}" srcOrd="1" destOrd="0" presId="urn:microsoft.com/office/officeart/2005/8/layout/process1"/>
    <dgm:cxn modelId="{50C3563B-1F8E-4DAB-9BAE-4FEBA0B17DDB}" type="presOf" srcId="{D07B3D11-548B-49AD-959E-749375E09F8B}" destId="{9BA620C1-D70E-4D4D-B9BB-A2B83A681761}" srcOrd="0" destOrd="0" presId="urn:microsoft.com/office/officeart/2005/8/layout/process1"/>
    <dgm:cxn modelId="{3C264B65-7757-4176-9A38-91EC59C6C683}" type="presOf" srcId="{E3C8CD3E-EEED-4EA8-91FB-EE4A836305BB}" destId="{CD89EC0A-4346-4466-A60C-8134BD08CA8C}" srcOrd="1" destOrd="0" presId="urn:microsoft.com/office/officeart/2005/8/layout/process1"/>
    <dgm:cxn modelId="{819BFA66-A649-47BF-B021-3F698F6F877B}" type="presOf" srcId="{BB39E305-B57C-447D-853D-D67B80F79723}" destId="{53F9A65A-5DC2-4DB4-84AD-8E38B84B680B}" srcOrd="0" destOrd="0" presId="urn:microsoft.com/office/officeart/2005/8/layout/process1"/>
    <dgm:cxn modelId="{70BEA271-7F81-422A-815B-527560641BD1}" type="presOf" srcId="{75C233F9-29E2-4F5B-9696-19360583C680}" destId="{D0718E92-8B22-4D03-8372-6A5829C4BDFF}" srcOrd="0" destOrd="0" presId="urn:microsoft.com/office/officeart/2005/8/layout/process1"/>
    <dgm:cxn modelId="{2B51E8AA-2456-4FF2-9398-29BFCC01110F}" srcId="{72BB841E-4DEE-403A-9475-C6E70485E27F}" destId="{BB39E305-B57C-447D-853D-D67B80F79723}" srcOrd="0" destOrd="0" parTransId="{CD2B7B65-D8C8-45F5-89D9-2063EF3CF4AD}" sibTransId="{E3C8CD3E-EEED-4EA8-91FB-EE4A836305BB}"/>
    <dgm:cxn modelId="{0E7597AF-7ACF-4480-885F-4DCEC7490824}" srcId="{72BB841E-4DEE-403A-9475-C6E70485E27F}" destId="{75C233F9-29E2-4F5B-9696-19360583C680}" srcOrd="1" destOrd="0" parTransId="{8A81A47A-0BA4-43E7-AFC4-3DE2307F50E0}" sibTransId="{19FC6C7C-F3C7-4880-BE5E-0BF8B503EA85}"/>
    <dgm:cxn modelId="{771F3AB0-E866-4DCC-B687-C2D2D437654D}" type="presOf" srcId="{19FC6C7C-F3C7-4880-BE5E-0BF8B503EA85}" destId="{837EC6E3-6DD0-4D8E-8599-08A5AAC518EB}" srcOrd="0" destOrd="0" presId="urn:microsoft.com/office/officeart/2005/8/layout/process1"/>
    <dgm:cxn modelId="{6ECEA9E7-7833-419B-AA42-A524BF8EB01A}" srcId="{72BB841E-4DEE-403A-9475-C6E70485E27F}" destId="{92A25EEA-83B1-4902-A597-13EAB12A2B3E}" srcOrd="2" destOrd="0" parTransId="{03CE9771-B065-402B-B57C-AA1C7DF30A3D}" sibTransId="{4969E5C4-0DFA-4A15-8697-B62783F812AC}"/>
    <dgm:cxn modelId="{86BE98EF-F2C0-46BD-9934-B5D13ADD98EF}" type="presOf" srcId="{72BB841E-4DEE-403A-9475-C6E70485E27F}" destId="{6D5D3641-2760-406F-9334-B7DD3C485FB4}" srcOrd="0" destOrd="0" presId="urn:microsoft.com/office/officeart/2005/8/layout/process1"/>
    <dgm:cxn modelId="{0B8699FC-A605-4BD3-827F-6F9A16E6DCF5}" type="presOf" srcId="{4969E5C4-0DFA-4A15-8697-B62783F812AC}" destId="{132AF473-35A9-457B-A6AF-136672CB5D5A}" srcOrd="0" destOrd="0" presId="urn:microsoft.com/office/officeart/2005/8/layout/process1"/>
    <dgm:cxn modelId="{A8080B42-4390-46BD-81BC-5D35554388A6}" type="presParOf" srcId="{6D5D3641-2760-406F-9334-B7DD3C485FB4}" destId="{53F9A65A-5DC2-4DB4-84AD-8E38B84B680B}" srcOrd="0" destOrd="0" presId="urn:microsoft.com/office/officeart/2005/8/layout/process1"/>
    <dgm:cxn modelId="{33EC1F9F-A3BF-4DD1-91DA-35E1B6F574BE}" type="presParOf" srcId="{6D5D3641-2760-406F-9334-B7DD3C485FB4}" destId="{761F5AB8-459B-4040-9D72-24A688167B6E}" srcOrd="1" destOrd="0" presId="urn:microsoft.com/office/officeart/2005/8/layout/process1"/>
    <dgm:cxn modelId="{99A60C8F-69B8-40BB-B51A-AD6869DAFC5B}" type="presParOf" srcId="{761F5AB8-459B-4040-9D72-24A688167B6E}" destId="{CD89EC0A-4346-4466-A60C-8134BD08CA8C}" srcOrd="0" destOrd="0" presId="urn:microsoft.com/office/officeart/2005/8/layout/process1"/>
    <dgm:cxn modelId="{BA37ED7E-80EA-40E3-B871-669A09BE55AA}" type="presParOf" srcId="{6D5D3641-2760-406F-9334-B7DD3C485FB4}" destId="{D0718E92-8B22-4D03-8372-6A5829C4BDFF}" srcOrd="2" destOrd="0" presId="urn:microsoft.com/office/officeart/2005/8/layout/process1"/>
    <dgm:cxn modelId="{33C6A129-A5E6-4530-B4E5-71E01872890D}" type="presParOf" srcId="{6D5D3641-2760-406F-9334-B7DD3C485FB4}" destId="{837EC6E3-6DD0-4D8E-8599-08A5AAC518EB}" srcOrd="3" destOrd="0" presId="urn:microsoft.com/office/officeart/2005/8/layout/process1"/>
    <dgm:cxn modelId="{146E02DC-505C-4FFC-A1F4-5525FC352FFD}" type="presParOf" srcId="{837EC6E3-6DD0-4D8E-8599-08A5AAC518EB}" destId="{AC2F7129-CA1F-4E78-B1E4-BFE3131F20FD}" srcOrd="0" destOrd="0" presId="urn:microsoft.com/office/officeart/2005/8/layout/process1"/>
    <dgm:cxn modelId="{0F8CC7AC-36F6-4716-91E8-99A9E3B4DAAA}" type="presParOf" srcId="{6D5D3641-2760-406F-9334-B7DD3C485FB4}" destId="{025992DD-A4D1-4FC8-9A40-89379355FFA5}" srcOrd="4" destOrd="0" presId="urn:microsoft.com/office/officeart/2005/8/layout/process1"/>
    <dgm:cxn modelId="{F7C45D18-A115-4ECA-8BDE-6DC39C7244C9}" type="presParOf" srcId="{6D5D3641-2760-406F-9334-B7DD3C485FB4}" destId="{132AF473-35A9-457B-A6AF-136672CB5D5A}" srcOrd="5" destOrd="0" presId="urn:microsoft.com/office/officeart/2005/8/layout/process1"/>
    <dgm:cxn modelId="{11ED73FE-06E2-40EA-A6CC-C15917D43D25}" type="presParOf" srcId="{132AF473-35A9-457B-A6AF-136672CB5D5A}" destId="{58EA5E6E-8A94-4A4C-915C-E6661BB231D9}" srcOrd="0" destOrd="0" presId="urn:microsoft.com/office/officeart/2005/8/layout/process1"/>
    <dgm:cxn modelId="{4BC37FA4-288C-4863-B1F4-38C174E26D90}" type="presParOf" srcId="{6D5D3641-2760-406F-9334-B7DD3C485FB4}" destId="{9BA620C1-D70E-4D4D-B9BB-A2B83A681761}"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BB841E-4DEE-403A-9475-C6E70485E27F}" type="doc">
      <dgm:prSet loTypeId="urn:microsoft.com/office/officeart/2005/8/layout/process1" loCatId="process" qsTypeId="urn:microsoft.com/office/officeart/2005/8/quickstyle/simple3" qsCatId="simple" csTypeId="urn:microsoft.com/office/officeart/2005/8/colors/colorful1" csCatId="colorful" phldr="1"/>
      <dgm:spPr/>
    </dgm:pt>
    <dgm:pt modelId="{BB39E305-B57C-447D-853D-D67B80F79723}">
      <dgm:prSet phldrT="[文本]" custT="1"/>
      <dgm:spPr/>
      <dgm:t>
        <a:bodyPr/>
        <a:lstStyle/>
        <a:p>
          <a:r>
            <a:rPr lang="en-US" altLang="zh-CN" sz="1600" b="1" dirty="0"/>
            <a:t>Conv 1</a:t>
          </a:r>
        </a:p>
        <a:p>
          <a:r>
            <a:rPr lang="en-US" altLang="zh-CN" sz="1600" b="1" dirty="0"/>
            <a:t>BN</a:t>
          </a:r>
        </a:p>
        <a:p>
          <a:r>
            <a:rPr lang="en-US" altLang="zh-CN" sz="1600" b="1" dirty="0"/>
            <a:t>Max pool</a:t>
          </a:r>
        </a:p>
        <a:p>
          <a:r>
            <a:rPr lang="en-US" altLang="zh-CN" sz="1600" b="1" dirty="0"/>
            <a:t>Conv 2</a:t>
          </a:r>
        </a:p>
        <a:p>
          <a:r>
            <a:rPr lang="en-US" altLang="zh-CN" sz="1600" b="1" dirty="0"/>
            <a:t>BN</a:t>
          </a:r>
        </a:p>
        <a:p>
          <a:r>
            <a:rPr lang="en-US" altLang="zh-CN" sz="1600" b="1" dirty="0"/>
            <a:t>Max pool</a:t>
          </a:r>
          <a:endParaRPr lang="zh-CN" altLang="en-US" sz="1600" b="1" dirty="0"/>
        </a:p>
      </dgm:t>
    </dgm:pt>
    <dgm:pt modelId="{CD2B7B65-D8C8-45F5-89D9-2063EF3CF4AD}" type="parTrans" cxnId="{2B51E8AA-2456-4FF2-9398-29BFCC01110F}">
      <dgm:prSet/>
      <dgm:spPr/>
      <dgm:t>
        <a:bodyPr/>
        <a:lstStyle/>
        <a:p>
          <a:endParaRPr lang="zh-CN" altLang="en-US" sz="1600" b="1"/>
        </a:p>
      </dgm:t>
    </dgm:pt>
    <dgm:pt modelId="{E3C8CD3E-EEED-4EA8-91FB-EE4A836305BB}" type="sibTrans" cxnId="{2B51E8AA-2456-4FF2-9398-29BFCC01110F}">
      <dgm:prSet custT="1"/>
      <dgm:spPr/>
      <dgm:t>
        <a:bodyPr/>
        <a:lstStyle/>
        <a:p>
          <a:endParaRPr lang="zh-CN" altLang="en-US" sz="1600" b="1"/>
        </a:p>
      </dgm:t>
    </dgm:pt>
    <dgm:pt modelId="{75C233F9-29E2-4F5B-9696-19360583C680}">
      <dgm:prSet phldrT="[文本]" custT="1"/>
      <dgm:spPr/>
      <dgm:t>
        <a:bodyPr/>
        <a:lstStyle/>
        <a:p>
          <a:r>
            <a:rPr lang="en-US" altLang="zh-CN" sz="1600" b="1" dirty="0"/>
            <a:t>Conv 3</a:t>
          </a:r>
        </a:p>
        <a:p>
          <a:r>
            <a:rPr lang="en-US" altLang="zh-CN" sz="1600" b="1" dirty="0"/>
            <a:t>BN</a:t>
          </a:r>
        </a:p>
        <a:p>
          <a:r>
            <a:rPr lang="en-US" altLang="zh-CN" sz="1600" b="1" dirty="0"/>
            <a:t>Max pool</a:t>
          </a:r>
        </a:p>
        <a:p>
          <a:r>
            <a:rPr lang="en-US" altLang="zh-CN" sz="1600" b="1" dirty="0"/>
            <a:t>Conv 4</a:t>
          </a:r>
        </a:p>
        <a:p>
          <a:r>
            <a:rPr lang="en-US" altLang="zh-CN" sz="1600" b="1" dirty="0"/>
            <a:t>BN</a:t>
          </a:r>
        </a:p>
        <a:p>
          <a:r>
            <a:rPr lang="en-US" altLang="zh-CN" sz="1600" b="1" dirty="0"/>
            <a:t>Max pool</a:t>
          </a:r>
        </a:p>
      </dgm:t>
    </dgm:pt>
    <dgm:pt modelId="{8A81A47A-0BA4-43E7-AFC4-3DE2307F50E0}" type="parTrans" cxnId="{0E7597AF-7ACF-4480-885F-4DCEC7490824}">
      <dgm:prSet/>
      <dgm:spPr/>
      <dgm:t>
        <a:bodyPr/>
        <a:lstStyle/>
        <a:p>
          <a:endParaRPr lang="zh-CN" altLang="en-US" sz="1600" b="1"/>
        </a:p>
      </dgm:t>
    </dgm:pt>
    <dgm:pt modelId="{19FC6C7C-F3C7-4880-BE5E-0BF8B503EA85}" type="sibTrans" cxnId="{0E7597AF-7ACF-4480-885F-4DCEC7490824}">
      <dgm:prSet custT="1"/>
      <dgm:spPr/>
      <dgm:t>
        <a:bodyPr/>
        <a:lstStyle/>
        <a:p>
          <a:endParaRPr lang="zh-CN" altLang="en-US" sz="1600" b="1"/>
        </a:p>
      </dgm:t>
    </dgm:pt>
    <dgm:pt modelId="{92A25EEA-83B1-4902-A597-13EAB12A2B3E}">
      <dgm:prSet phldrT="[文本]" custT="1"/>
      <dgm:spPr/>
      <dgm:t>
        <a:bodyPr/>
        <a:lstStyle/>
        <a:p>
          <a:r>
            <a:rPr lang="en-US" altLang="zh-CN" sz="1600" b="1" dirty="0"/>
            <a:t>Conv5</a:t>
          </a:r>
        </a:p>
        <a:p>
          <a:r>
            <a:rPr lang="en-US" altLang="zh-CN" sz="1600" b="1" dirty="0"/>
            <a:t>BN</a:t>
          </a:r>
        </a:p>
        <a:p>
          <a:r>
            <a:rPr lang="en-US" altLang="zh-CN" sz="1600" b="1" dirty="0"/>
            <a:t>Conv6</a:t>
          </a:r>
        </a:p>
        <a:p>
          <a:r>
            <a:rPr lang="en-US" altLang="zh-CN" sz="1600" b="1" dirty="0"/>
            <a:t>BN</a:t>
          </a:r>
        </a:p>
        <a:p>
          <a:r>
            <a:rPr lang="en-US" altLang="zh-CN" sz="1600" b="1" dirty="0"/>
            <a:t>Max pool</a:t>
          </a:r>
          <a:endParaRPr lang="zh-CN" altLang="en-US" sz="1600" b="1" dirty="0"/>
        </a:p>
      </dgm:t>
    </dgm:pt>
    <dgm:pt modelId="{03CE9771-B065-402B-B57C-AA1C7DF30A3D}" type="parTrans" cxnId="{6ECEA9E7-7833-419B-AA42-A524BF8EB01A}">
      <dgm:prSet/>
      <dgm:spPr/>
      <dgm:t>
        <a:bodyPr/>
        <a:lstStyle/>
        <a:p>
          <a:endParaRPr lang="zh-CN" altLang="en-US" sz="1600" b="1"/>
        </a:p>
      </dgm:t>
    </dgm:pt>
    <dgm:pt modelId="{4969E5C4-0DFA-4A15-8697-B62783F812AC}" type="sibTrans" cxnId="{6ECEA9E7-7833-419B-AA42-A524BF8EB01A}">
      <dgm:prSet custT="1"/>
      <dgm:spPr/>
      <dgm:t>
        <a:bodyPr/>
        <a:lstStyle/>
        <a:p>
          <a:endParaRPr lang="zh-CN" altLang="en-US" sz="1600" b="1"/>
        </a:p>
      </dgm:t>
    </dgm:pt>
    <dgm:pt modelId="{17BCC9CE-46C1-47D4-9EC0-629A190B70EB}">
      <dgm:prSet phldrT="[文本]" custT="1"/>
      <dgm:spPr/>
      <dgm:t>
        <a:bodyPr/>
        <a:lstStyle/>
        <a:p>
          <a:r>
            <a:rPr lang="en-US" altLang="zh-CN" sz="1600" b="1" dirty="0"/>
            <a:t>SE Module</a:t>
          </a:r>
          <a:endParaRPr lang="zh-CN" altLang="en-US" sz="1600" b="1" dirty="0"/>
        </a:p>
      </dgm:t>
    </dgm:pt>
    <dgm:pt modelId="{B8AD2519-7F3B-4BE8-8354-5437F06370BE}" type="parTrans" cxnId="{BF151E7B-4940-4C4B-9D91-90AEE098259D}">
      <dgm:prSet/>
      <dgm:spPr/>
      <dgm:t>
        <a:bodyPr/>
        <a:lstStyle/>
        <a:p>
          <a:endParaRPr lang="zh-CN" altLang="en-US" sz="1600" b="1"/>
        </a:p>
      </dgm:t>
    </dgm:pt>
    <dgm:pt modelId="{4112DD86-9618-43B4-838E-A92DFF5491AA}" type="sibTrans" cxnId="{BF151E7B-4940-4C4B-9D91-90AEE098259D}">
      <dgm:prSet custT="1"/>
      <dgm:spPr/>
      <dgm:t>
        <a:bodyPr/>
        <a:lstStyle/>
        <a:p>
          <a:endParaRPr lang="zh-CN" altLang="en-US" sz="1600" b="1"/>
        </a:p>
      </dgm:t>
    </dgm:pt>
    <dgm:pt modelId="{D07B3D11-548B-49AD-959E-749375E09F8B}">
      <dgm:prSet phldrT="[文本]" custT="1"/>
      <dgm:spPr/>
      <dgm:t>
        <a:bodyPr/>
        <a:lstStyle/>
        <a:p>
          <a:r>
            <a:rPr lang="en-US" altLang="zh-CN" sz="1600" b="1" dirty="0"/>
            <a:t>Flatten</a:t>
          </a:r>
        </a:p>
        <a:p>
          <a:r>
            <a:rPr lang="en-US" altLang="zh-CN" sz="1600" b="1" dirty="0"/>
            <a:t>Linear 1</a:t>
          </a:r>
        </a:p>
        <a:p>
          <a:r>
            <a:rPr lang="en-US" altLang="zh-CN" sz="1600" b="1" dirty="0"/>
            <a:t>Dropout</a:t>
          </a:r>
        </a:p>
        <a:p>
          <a:r>
            <a:rPr lang="en-US" altLang="zh-CN" sz="1600" b="1" dirty="0"/>
            <a:t>Linear2</a:t>
          </a:r>
        </a:p>
        <a:p>
          <a:r>
            <a:rPr lang="en-US" altLang="zh-CN" sz="1600" b="1" dirty="0"/>
            <a:t>Dropout</a:t>
          </a:r>
        </a:p>
        <a:p>
          <a:r>
            <a:rPr lang="en-US" altLang="zh-CN" sz="1600" b="1" dirty="0"/>
            <a:t>Linear 3</a:t>
          </a:r>
        </a:p>
        <a:p>
          <a:r>
            <a:rPr lang="en-US" altLang="zh-CN" sz="1600" b="1" dirty="0"/>
            <a:t>Dropout</a:t>
          </a:r>
          <a:endParaRPr lang="zh-CN" altLang="en-US" sz="1600" b="1" dirty="0"/>
        </a:p>
      </dgm:t>
    </dgm:pt>
    <dgm:pt modelId="{4437474F-73D7-4495-B82D-4D8202F3F9A7}" type="parTrans" cxnId="{9C2A3D2F-F324-4618-9B88-42C8B29998FF}">
      <dgm:prSet/>
      <dgm:spPr/>
      <dgm:t>
        <a:bodyPr/>
        <a:lstStyle/>
        <a:p>
          <a:endParaRPr lang="zh-CN" altLang="en-US" sz="1600" b="1"/>
        </a:p>
      </dgm:t>
    </dgm:pt>
    <dgm:pt modelId="{F2AB5A8D-2A53-42DB-8531-29C8E05F743E}" type="sibTrans" cxnId="{9C2A3D2F-F324-4618-9B88-42C8B29998FF}">
      <dgm:prSet/>
      <dgm:spPr/>
      <dgm:t>
        <a:bodyPr/>
        <a:lstStyle/>
        <a:p>
          <a:endParaRPr lang="zh-CN" altLang="en-US" sz="1600" b="1"/>
        </a:p>
      </dgm:t>
    </dgm:pt>
    <dgm:pt modelId="{6A8DCBC7-F6E3-4B4C-9464-3112C5868B8C}">
      <dgm:prSet phldrT="[文本]" custT="1"/>
      <dgm:spPr/>
      <dgm:t>
        <a:bodyPr/>
        <a:lstStyle/>
        <a:p>
          <a:r>
            <a:rPr lang="en-US" altLang="zh-CN" sz="1600" b="1" dirty="0"/>
            <a:t>Concatenate</a:t>
          </a:r>
          <a:endParaRPr lang="zh-CN" altLang="en-US" sz="1600" b="1" dirty="0"/>
        </a:p>
      </dgm:t>
    </dgm:pt>
    <dgm:pt modelId="{21583DD9-61F9-480D-8E64-1EBE847560EB}" type="parTrans" cxnId="{6305415E-E82C-4166-A575-1D65870DE585}">
      <dgm:prSet/>
      <dgm:spPr/>
      <dgm:t>
        <a:bodyPr/>
        <a:lstStyle/>
        <a:p>
          <a:endParaRPr lang="zh-CN" altLang="en-US" sz="1600" b="1"/>
        </a:p>
      </dgm:t>
    </dgm:pt>
    <dgm:pt modelId="{FE46E95F-5595-44FB-862C-B3BA826D1E38}" type="sibTrans" cxnId="{6305415E-E82C-4166-A575-1D65870DE585}">
      <dgm:prSet custT="1"/>
      <dgm:spPr/>
      <dgm:t>
        <a:bodyPr/>
        <a:lstStyle/>
        <a:p>
          <a:endParaRPr lang="zh-CN" altLang="en-US" sz="1600" b="1"/>
        </a:p>
      </dgm:t>
    </dgm:pt>
    <dgm:pt modelId="{6D5D3641-2760-406F-9334-B7DD3C485FB4}" type="pres">
      <dgm:prSet presAssocID="{72BB841E-4DEE-403A-9475-C6E70485E27F}" presName="Name0" presStyleCnt="0">
        <dgm:presLayoutVars>
          <dgm:dir/>
          <dgm:resizeHandles val="exact"/>
        </dgm:presLayoutVars>
      </dgm:prSet>
      <dgm:spPr/>
    </dgm:pt>
    <dgm:pt modelId="{53F9A65A-5DC2-4DB4-84AD-8E38B84B680B}" type="pres">
      <dgm:prSet presAssocID="{BB39E305-B57C-447D-853D-D67B80F79723}" presName="node" presStyleLbl="node1" presStyleIdx="0" presStyleCnt="6" custScaleY="95854">
        <dgm:presLayoutVars>
          <dgm:bulletEnabled val="1"/>
        </dgm:presLayoutVars>
      </dgm:prSet>
      <dgm:spPr/>
    </dgm:pt>
    <dgm:pt modelId="{761F5AB8-459B-4040-9D72-24A688167B6E}" type="pres">
      <dgm:prSet presAssocID="{E3C8CD3E-EEED-4EA8-91FB-EE4A836305BB}" presName="sibTrans" presStyleLbl="sibTrans2D1" presStyleIdx="0" presStyleCnt="5"/>
      <dgm:spPr/>
    </dgm:pt>
    <dgm:pt modelId="{CD89EC0A-4346-4466-A60C-8134BD08CA8C}" type="pres">
      <dgm:prSet presAssocID="{E3C8CD3E-EEED-4EA8-91FB-EE4A836305BB}" presName="connectorText" presStyleLbl="sibTrans2D1" presStyleIdx="0" presStyleCnt="5"/>
      <dgm:spPr/>
    </dgm:pt>
    <dgm:pt modelId="{D0718E92-8B22-4D03-8372-6A5829C4BDFF}" type="pres">
      <dgm:prSet presAssocID="{75C233F9-29E2-4F5B-9696-19360583C680}" presName="node" presStyleLbl="node1" presStyleIdx="1" presStyleCnt="6" custScaleY="93287">
        <dgm:presLayoutVars>
          <dgm:bulletEnabled val="1"/>
        </dgm:presLayoutVars>
      </dgm:prSet>
      <dgm:spPr/>
    </dgm:pt>
    <dgm:pt modelId="{837EC6E3-6DD0-4D8E-8599-08A5AAC518EB}" type="pres">
      <dgm:prSet presAssocID="{19FC6C7C-F3C7-4880-BE5E-0BF8B503EA85}" presName="sibTrans" presStyleLbl="sibTrans2D1" presStyleIdx="1" presStyleCnt="5"/>
      <dgm:spPr/>
    </dgm:pt>
    <dgm:pt modelId="{AC2F7129-CA1F-4E78-B1E4-BFE3131F20FD}" type="pres">
      <dgm:prSet presAssocID="{19FC6C7C-F3C7-4880-BE5E-0BF8B503EA85}" presName="connectorText" presStyleLbl="sibTrans2D1" presStyleIdx="1" presStyleCnt="5"/>
      <dgm:spPr/>
    </dgm:pt>
    <dgm:pt modelId="{025992DD-A4D1-4FC8-9A40-89379355FFA5}" type="pres">
      <dgm:prSet presAssocID="{92A25EEA-83B1-4902-A597-13EAB12A2B3E}" presName="node" presStyleLbl="node1" presStyleIdx="2" presStyleCnt="6">
        <dgm:presLayoutVars>
          <dgm:bulletEnabled val="1"/>
        </dgm:presLayoutVars>
      </dgm:prSet>
      <dgm:spPr/>
    </dgm:pt>
    <dgm:pt modelId="{132AF473-35A9-457B-A6AF-136672CB5D5A}" type="pres">
      <dgm:prSet presAssocID="{4969E5C4-0DFA-4A15-8697-B62783F812AC}" presName="sibTrans" presStyleLbl="sibTrans2D1" presStyleIdx="2" presStyleCnt="5"/>
      <dgm:spPr/>
    </dgm:pt>
    <dgm:pt modelId="{58EA5E6E-8A94-4A4C-915C-E6661BB231D9}" type="pres">
      <dgm:prSet presAssocID="{4969E5C4-0DFA-4A15-8697-B62783F812AC}" presName="connectorText" presStyleLbl="sibTrans2D1" presStyleIdx="2" presStyleCnt="5"/>
      <dgm:spPr/>
    </dgm:pt>
    <dgm:pt modelId="{C618D0B5-EC2A-44B1-827B-81CDA78D6939}" type="pres">
      <dgm:prSet presAssocID="{6A8DCBC7-F6E3-4B4C-9464-3112C5868B8C}" presName="node" presStyleLbl="node1" presStyleIdx="3" presStyleCnt="6" custScaleX="124533">
        <dgm:presLayoutVars>
          <dgm:bulletEnabled val="1"/>
        </dgm:presLayoutVars>
      </dgm:prSet>
      <dgm:spPr/>
    </dgm:pt>
    <dgm:pt modelId="{456CE6DA-8F8D-4200-B7EF-4A9014D41D46}" type="pres">
      <dgm:prSet presAssocID="{FE46E95F-5595-44FB-862C-B3BA826D1E38}" presName="sibTrans" presStyleLbl="sibTrans2D1" presStyleIdx="3" presStyleCnt="5"/>
      <dgm:spPr/>
    </dgm:pt>
    <dgm:pt modelId="{3A2F86A9-3AB9-494E-B18A-6D621E2D534B}" type="pres">
      <dgm:prSet presAssocID="{FE46E95F-5595-44FB-862C-B3BA826D1E38}" presName="connectorText" presStyleLbl="sibTrans2D1" presStyleIdx="3" presStyleCnt="5"/>
      <dgm:spPr/>
    </dgm:pt>
    <dgm:pt modelId="{6C3E879E-45F2-47BD-9E49-23C4FAB649AD}" type="pres">
      <dgm:prSet presAssocID="{17BCC9CE-46C1-47D4-9EC0-629A190B70EB}" presName="node" presStyleLbl="node1" presStyleIdx="4" presStyleCnt="6">
        <dgm:presLayoutVars>
          <dgm:bulletEnabled val="1"/>
        </dgm:presLayoutVars>
      </dgm:prSet>
      <dgm:spPr/>
    </dgm:pt>
    <dgm:pt modelId="{C84C4054-3372-4D17-B48B-562EF1CC7E0B}" type="pres">
      <dgm:prSet presAssocID="{4112DD86-9618-43B4-838E-A92DFF5491AA}" presName="sibTrans" presStyleLbl="sibTrans2D1" presStyleIdx="4" presStyleCnt="5"/>
      <dgm:spPr/>
    </dgm:pt>
    <dgm:pt modelId="{C2049D58-7BB2-4E7C-81B8-BF6CAF5F3EB0}" type="pres">
      <dgm:prSet presAssocID="{4112DD86-9618-43B4-838E-A92DFF5491AA}" presName="connectorText" presStyleLbl="sibTrans2D1" presStyleIdx="4" presStyleCnt="5"/>
      <dgm:spPr/>
    </dgm:pt>
    <dgm:pt modelId="{9BA620C1-D70E-4D4D-B9BB-A2B83A681761}" type="pres">
      <dgm:prSet presAssocID="{D07B3D11-548B-49AD-959E-749375E09F8B}" presName="node" presStyleLbl="node1" presStyleIdx="5" presStyleCnt="6">
        <dgm:presLayoutVars>
          <dgm:bulletEnabled val="1"/>
        </dgm:presLayoutVars>
      </dgm:prSet>
      <dgm:spPr/>
    </dgm:pt>
  </dgm:ptLst>
  <dgm:cxnLst>
    <dgm:cxn modelId="{62804006-E8C6-40A4-B580-94FF9A743EF3}" type="presOf" srcId="{E3C8CD3E-EEED-4EA8-91FB-EE4A836305BB}" destId="{761F5AB8-459B-4040-9D72-24A688167B6E}" srcOrd="0" destOrd="0" presId="urn:microsoft.com/office/officeart/2005/8/layout/process1"/>
    <dgm:cxn modelId="{0E650210-2C5B-4E7C-B160-8E950F1A8331}" type="presOf" srcId="{FE46E95F-5595-44FB-862C-B3BA826D1E38}" destId="{456CE6DA-8F8D-4200-B7EF-4A9014D41D46}" srcOrd="0" destOrd="0" presId="urn:microsoft.com/office/officeart/2005/8/layout/process1"/>
    <dgm:cxn modelId="{F7DEE91A-71F6-49CF-B848-E5B9F3651589}" type="presOf" srcId="{19FC6C7C-F3C7-4880-BE5E-0BF8B503EA85}" destId="{AC2F7129-CA1F-4E78-B1E4-BFE3131F20FD}" srcOrd="1" destOrd="0" presId="urn:microsoft.com/office/officeart/2005/8/layout/process1"/>
    <dgm:cxn modelId="{6209412C-D528-45A9-8ED5-8447ADB51239}" type="presOf" srcId="{92A25EEA-83B1-4902-A597-13EAB12A2B3E}" destId="{025992DD-A4D1-4FC8-9A40-89379355FFA5}" srcOrd="0" destOrd="0" presId="urn:microsoft.com/office/officeart/2005/8/layout/process1"/>
    <dgm:cxn modelId="{E60BA62D-E7B0-4A73-9135-414330E445B6}" type="presOf" srcId="{FE46E95F-5595-44FB-862C-B3BA826D1E38}" destId="{3A2F86A9-3AB9-494E-B18A-6D621E2D534B}" srcOrd="1" destOrd="0" presId="urn:microsoft.com/office/officeart/2005/8/layout/process1"/>
    <dgm:cxn modelId="{9C2A3D2F-F324-4618-9B88-42C8B29998FF}" srcId="{72BB841E-4DEE-403A-9475-C6E70485E27F}" destId="{D07B3D11-548B-49AD-959E-749375E09F8B}" srcOrd="5" destOrd="0" parTransId="{4437474F-73D7-4495-B82D-4D8202F3F9A7}" sibTransId="{F2AB5A8D-2A53-42DB-8531-29C8E05F743E}"/>
    <dgm:cxn modelId="{1A48AB38-AA03-4C2E-92D6-A932B5918AD4}" type="presOf" srcId="{4969E5C4-0DFA-4A15-8697-B62783F812AC}" destId="{58EA5E6E-8A94-4A4C-915C-E6661BB231D9}" srcOrd="1" destOrd="0" presId="urn:microsoft.com/office/officeart/2005/8/layout/process1"/>
    <dgm:cxn modelId="{50C3563B-1F8E-4DAB-9BAE-4FEBA0B17DDB}" type="presOf" srcId="{D07B3D11-548B-49AD-959E-749375E09F8B}" destId="{9BA620C1-D70E-4D4D-B9BB-A2B83A681761}" srcOrd="0" destOrd="0" presId="urn:microsoft.com/office/officeart/2005/8/layout/process1"/>
    <dgm:cxn modelId="{6305415E-E82C-4166-A575-1D65870DE585}" srcId="{72BB841E-4DEE-403A-9475-C6E70485E27F}" destId="{6A8DCBC7-F6E3-4B4C-9464-3112C5868B8C}" srcOrd="3" destOrd="0" parTransId="{21583DD9-61F9-480D-8E64-1EBE847560EB}" sibTransId="{FE46E95F-5595-44FB-862C-B3BA826D1E38}"/>
    <dgm:cxn modelId="{06BD2442-F766-43E5-B965-830D9D23697A}" type="presOf" srcId="{4112DD86-9618-43B4-838E-A92DFF5491AA}" destId="{C84C4054-3372-4D17-B48B-562EF1CC7E0B}" srcOrd="0" destOrd="0" presId="urn:microsoft.com/office/officeart/2005/8/layout/process1"/>
    <dgm:cxn modelId="{3C264B65-7757-4176-9A38-91EC59C6C683}" type="presOf" srcId="{E3C8CD3E-EEED-4EA8-91FB-EE4A836305BB}" destId="{CD89EC0A-4346-4466-A60C-8134BD08CA8C}" srcOrd="1" destOrd="0" presId="urn:microsoft.com/office/officeart/2005/8/layout/process1"/>
    <dgm:cxn modelId="{819BFA66-A649-47BF-B021-3F698F6F877B}" type="presOf" srcId="{BB39E305-B57C-447D-853D-D67B80F79723}" destId="{53F9A65A-5DC2-4DB4-84AD-8E38B84B680B}" srcOrd="0" destOrd="0" presId="urn:microsoft.com/office/officeart/2005/8/layout/process1"/>
    <dgm:cxn modelId="{98DF8F49-B113-4BBD-8DBE-79C257416395}" type="presOf" srcId="{4112DD86-9618-43B4-838E-A92DFF5491AA}" destId="{C2049D58-7BB2-4E7C-81B8-BF6CAF5F3EB0}" srcOrd="1" destOrd="0" presId="urn:microsoft.com/office/officeart/2005/8/layout/process1"/>
    <dgm:cxn modelId="{9C624571-0BBA-422D-ABDA-1B49DDCA021C}" type="presOf" srcId="{17BCC9CE-46C1-47D4-9EC0-629A190B70EB}" destId="{6C3E879E-45F2-47BD-9E49-23C4FAB649AD}" srcOrd="0" destOrd="0" presId="urn:microsoft.com/office/officeart/2005/8/layout/process1"/>
    <dgm:cxn modelId="{70BEA271-7F81-422A-815B-527560641BD1}" type="presOf" srcId="{75C233F9-29E2-4F5B-9696-19360583C680}" destId="{D0718E92-8B22-4D03-8372-6A5829C4BDFF}" srcOrd="0" destOrd="0" presId="urn:microsoft.com/office/officeart/2005/8/layout/process1"/>
    <dgm:cxn modelId="{BF151E7B-4940-4C4B-9D91-90AEE098259D}" srcId="{72BB841E-4DEE-403A-9475-C6E70485E27F}" destId="{17BCC9CE-46C1-47D4-9EC0-629A190B70EB}" srcOrd="4" destOrd="0" parTransId="{B8AD2519-7F3B-4BE8-8354-5437F06370BE}" sibTransId="{4112DD86-9618-43B4-838E-A92DFF5491AA}"/>
    <dgm:cxn modelId="{6502578E-3085-46A5-9AA9-7F403684AE25}" type="presOf" srcId="{6A8DCBC7-F6E3-4B4C-9464-3112C5868B8C}" destId="{C618D0B5-EC2A-44B1-827B-81CDA78D6939}" srcOrd="0" destOrd="0" presId="urn:microsoft.com/office/officeart/2005/8/layout/process1"/>
    <dgm:cxn modelId="{2B51E8AA-2456-4FF2-9398-29BFCC01110F}" srcId="{72BB841E-4DEE-403A-9475-C6E70485E27F}" destId="{BB39E305-B57C-447D-853D-D67B80F79723}" srcOrd="0" destOrd="0" parTransId="{CD2B7B65-D8C8-45F5-89D9-2063EF3CF4AD}" sibTransId="{E3C8CD3E-EEED-4EA8-91FB-EE4A836305BB}"/>
    <dgm:cxn modelId="{0E7597AF-7ACF-4480-885F-4DCEC7490824}" srcId="{72BB841E-4DEE-403A-9475-C6E70485E27F}" destId="{75C233F9-29E2-4F5B-9696-19360583C680}" srcOrd="1" destOrd="0" parTransId="{8A81A47A-0BA4-43E7-AFC4-3DE2307F50E0}" sibTransId="{19FC6C7C-F3C7-4880-BE5E-0BF8B503EA85}"/>
    <dgm:cxn modelId="{771F3AB0-E866-4DCC-B687-C2D2D437654D}" type="presOf" srcId="{19FC6C7C-F3C7-4880-BE5E-0BF8B503EA85}" destId="{837EC6E3-6DD0-4D8E-8599-08A5AAC518EB}" srcOrd="0" destOrd="0" presId="urn:microsoft.com/office/officeart/2005/8/layout/process1"/>
    <dgm:cxn modelId="{6ECEA9E7-7833-419B-AA42-A524BF8EB01A}" srcId="{72BB841E-4DEE-403A-9475-C6E70485E27F}" destId="{92A25EEA-83B1-4902-A597-13EAB12A2B3E}" srcOrd="2" destOrd="0" parTransId="{03CE9771-B065-402B-B57C-AA1C7DF30A3D}" sibTransId="{4969E5C4-0DFA-4A15-8697-B62783F812AC}"/>
    <dgm:cxn modelId="{86BE98EF-F2C0-46BD-9934-B5D13ADD98EF}" type="presOf" srcId="{72BB841E-4DEE-403A-9475-C6E70485E27F}" destId="{6D5D3641-2760-406F-9334-B7DD3C485FB4}" srcOrd="0" destOrd="0" presId="urn:microsoft.com/office/officeart/2005/8/layout/process1"/>
    <dgm:cxn modelId="{0B8699FC-A605-4BD3-827F-6F9A16E6DCF5}" type="presOf" srcId="{4969E5C4-0DFA-4A15-8697-B62783F812AC}" destId="{132AF473-35A9-457B-A6AF-136672CB5D5A}" srcOrd="0" destOrd="0" presId="urn:microsoft.com/office/officeart/2005/8/layout/process1"/>
    <dgm:cxn modelId="{A8080B42-4390-46BD-81BC-5D35554388A6}" type="presParOf" srcId="{6D5D3641-2760-406F-9334-B7DD3C485FB4}" destId="{53F9A65A-5DC2-4DB4-84AD-8E38B84B680B}" srcOrd="0" destOrd="0" presId="urn:microsoft.com/office/officeart/2005/8/layout/process1"/>
    <dgm:cxn modelId="{33EC1F9F-A3BF-4DD1-91DA-35E1B6F574BE}" type="presParOf" srcId="{6D5D3641-2760-406F-9334-B7DD3C485FB4}" destId="{761F5AB8-459B-4040-9D72-24A688167B6E}" srcOrd="1" destOrd="0" presId="urn:microsoft.com/office/officeart/2005/8/layout/process1"/>
    <dgm:cxn modelId="{99A60C8F-69B8-40BB-B51A-AD6869DAFC5B}" type="presParOf" srcId="{761F5AB8-459B-4040-9D72-24A688167B6E}" destId="{CD89EC0A-4346-4466-A60C-8134BD08CA8C}" srcOrd="0" destOrd="0" presId="urn:microsoft.com/office/officeart/2005/8/layout/process1"/>
    <dgm:cxn modelId="{BA37ED7E-80EA-40E3-B871-669A09BE55AA}" type="presParOf" srcId="{6D5D3641-2760-406F-9334-B7DD3C485FB4}" destId="{D0718E92-8B22-4D03-8372-6A5829C4BDFF}" srcOrd="2" destOrd="0" presId="urn:microsoft.com/office/officeart/2005/8/layout/process1"/>
    <dgm:cxn modelId="{33C6A129-A5E6-4530-B4E5-71E01872890D}" type="presParOf" srcId="{6D5D3641-2760-406F-9334-B7DD3C485FB4}" destId="{837EC6E3-6DD0-4D8E-8599-08A5AAC518EB}" srcOrd="3" destOrd="0" presId="urn:microsoft.com/office/officeart/2005/8/layout/process1"/>
    <dgm:cxn modelId="{146E02DC-505C-4FFC-A1F4-5525FC352FFD}" type="presParOf" srcId="{837EC6E3-6DD0-4D8E-8599-08A5AAC518EB}" destId="{AC2F7129-CA1F-4E78-B1E4-BFE3131F20FD}" srcOrd="0" destOrd="0" presId="urn:microsoft.com/office/officeart/2005/8/layout/process1"/>
    <dgm:cxn modelId="{0F8CC7AC-36F6-4716-91E8-99A9E3B4DAAA}" type="presParOf" srcId="{6D5D3641-2760-406F-9334-B7DD3C485FB4}" destId="{025992DD-A4D1-4FC8-9A40-89379355FFA5}" srcOrd="4" destOrd="0" presId="urn:microsoft.com/office/officeart/2005/8/layout/process1"/>
    <dgm:cxn modelId="{F7C45D18-A115-4ECA-8BDE-6DC39C7244C9}" type="presParOf" srcId="{6D5D3641-2760-406F-9334-B7DD3C485FB4}" destId="{132AF473-35A9-457B-A6AF-136672CB5D5A}" srcOrd="5" destOrd="0" presId="urn:microsoft.com/office/officeart/2005/8/layout/process1"/>
    <dgm:cxn modelId="{11ED73FE-06E2-40EA-A6CC-C15917D43D25}" type="presParOf" srcId="{132AF473-35A9-457B-A6AF-136672CB5D5A}" destId="{58EA5E6E-8A94-4A4C-915C-E6661BB231D9}" srcOrd="0" destOrd="0" presId="urn:microsoft.com/office/officeart/2005/8/layout/process1"/>
    <dgm:cxn modelId="{958D163D-1B5F-4A0A-BED5-FD86CD1CB8C8}" type="presParOf" srcId="{6D5D3641-2760-406F-9334-B7DD3C485FB4}" destId="{C618D0B5-EC2A-44B1-827B-81CDA78D6939}" srcOrd="6" destOrd="0" presId="urn:microsoft.com/office/officeart/2005/8/layout/process1"/>
    <dgm:cxn modelId="{C64D8558-FAD4-4A07-9E30-4C0C3751BECA}" type="presParOf" srcId="{6D5D3641-2760-406F-9334-B7DD3C485FB4}" destId="{456CE6DA-8F8D-4200-B7EF-4A9014D41D46}" srcOrd="7" destOrd="0" presId="urn:microsoft.com/office/officeart/2005/8/layout/process1"/>
    <dgm:cxn modelId="{A7581F8C-9D86-41DF-82F6-2502FB891709}" type="presParOf" srcId="{456CE6DA-8F8D-4200-B7EF-4A9014D41D46}" destId="{3A2F86A9-3AB9-494E-B18A-6D621E2D534B}" srcOrd="0" destOrd="0" presId="urn:microsoft.com/office/officeart/2005/8/layout/process1"/>
    <dgm:cxn modelId="{C7599508-F457-4253-BC3C-64B94CD28F6D}" type="presParOf" srcId="{6D5D3641-2760-406F-9334-B7DD3C485FB4}" destId="{6C3E879E-45F2-47BD-9E49-23C4FAB649AD}" srcOrd="8" destOrd="0" presId="urn:microsoft.com/office/officeart/2005/8/layout/process1"/>
    <dgm:cxn modelId="{B89B42E1-A033-4FE2-97F0-1A35DE68E72D}" type="presParOf" srcId="{6D5D3641-2760-406F-9334-B7DD3C485FB4}" destId="{C84C4054-3372-4D17-B48B-562EF1CC7E0B}" srcOrd="9" destOrd="0" presId="urn:microsoft.com/office/officeart/2005/8/layout/process1"/>
    <dgm:cxn modelId="{B94E9FA8-85C5-4279-9381-969142E10FFC}" type="presParOf" srcId="{C84C4054-3372-4D17-B48B-562EF1CC7E0B}" destId="{C2049D58-7BB2-4E7C-81B8-BF6CAF5F3EB0}" srcOrd="0" destOrd="0" presId="urn:microsoft.com/office/officeart/2005/8/layout/process1"/>
    <dgm:cxn modelId="{4BC37FA4-288C-4863-B1F4-38C174E26D90}" type="presParOf" srcId="{6D5D3641-2760-406F-9334-B7DD3C485FB4}" destId="{9BA620C1-D70E-4D4D-B9BB-A2B83A681761}"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9A65A-5DC2-4DB4-84AD-8E38B84B680B}">
      <dsp:nvSpPr>
        <dsp:cNvPr id="0" name=""/>
        <dsp:cNvSpPr/>
      </dsp:nvSpPr>
      <dsp:spPr>
        <a:xfrm>
          <a:off x="7267" y="530063"/>
          <a:ext cx="1853357" cy="2062864"/>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Conv 1 (32,3*3)</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 (2*2)</a:t>
          </a:r>
        </a:p>
        <a:p>
          <a:pPr marL="0" lvl="0" indent="0" algn="ctr" defTabSz="711200">
            <a:lnSpc>
              <a:spcPct val="90000"/>
            </a:lnSpc>
            <a:spcBef>
              <a:spcPct val="0"/>
            </a:spcBef>
            <a:spcAft>
              <a:spcPct val="35000"/>
            </a:spcAft>
            <a:buNone/>
          </a:pPr>
          <a:r>
            <a:rPr lang="en-US" altLang="zh-CN" sz="1600" b="1" kern="1200" dirty="0"/>
            <a:t>Conv 2 (32,3*3)</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 (2*2)</a:t>
          </a:r>
          <a:endParaRPr lang="zh-CN" altLang="en-US" sz="1600" b="1" kern="1200" dirty="0"/>
        </a:p>
      </dsp:txBody>
      <dsp:txXfrm>
        <a:off x="61550" y="584346"/>
        <a:ext cx="1744791" cy="1954298"/>
      </dsp:txXfrm>
    </dsp:sp>
    <dsp:sp modelId="{761F5AB8-459B-4040-9D72-24A688167B6E}">
      <dsp:nvSpPr>
        <dsp:cNvPr id="0" name=""/>
        <dsp:cNvSpPr/>
      </dsp:nvSpPr>
      <dsp:spPr>
        <a:xfrm>
          <a:off x="2045960" y="1331679"/>
          <a:ext cx="392911" cy="459632"/>
        </a:xfrm>
        <a:prstGeom prst="rightArrow">
          <a:avLst>
            <a:gd name="adj1" fmla="val 60000"/>
            <a:gd name="adj2" fmla="val 5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dsp:txBody>
      <dsp:txXfrm>
        <a:off x="2045960" y="1423605"/>
        <a:ext cx="275038" cy="275780"/>
      </dsp:txXfrm>
    </dsp:sp>
    <dsp:sp modelId="{D0718E92-8B22-4D03-8372-6A5829C4BDFF}">
      <dsp:nvSpPr>
        <dsp:cNvPr id="0" name=""/>
        <dsp:cNvSpPr/>
      </dsp:nvSpPr>
      <dsp:spPr>
        <a:xfrm>
          <a:off x="2601967" y="557685"/>
          <a:ext cx="1853357" cy="2007620"/>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Conv 3 (64,3*3)</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 (2*2)</a:t>
          </a:r>
        </a:p>
        <a:p>
          <a:pPr marL="0" lvl="0" indent="0" algn="ctr" defTabSz="711200">
            <a:lnSpc>
              <a:spcPct val="90000"/>
            </a:lnSpc>
            <a:spcBef>
              <a:spcPct val="0"/>
            </a:spcBef>
            <a:spcAft>
              <a:spcPct val="35000"/>
            </a:spcAft>
            <a:buNone/>
          </a:pPr>
          <a:r>
            <a:rPr lang="en-US" altLang="zh-CN" sz="1600" b="1" kern="1200" dirty="0"/>
            <a:t>Conv 4 (64,3*3)</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 (2*2)</a:t>
          </a:r>
        </a:p>
      </dsp:txBody>
      <dsp:txXfrm>
        <a:off x="2656250" y="611968"/>
        <a:ext cx="1744791" cy="1899054"/>
      </dsp:txXfrm>
    </dsp:sp>
    <dsp:sp modelId="{837EC6E3-6DD0-4D8E-8599-08A5AAC518EB}">
      <dsp:nvSpPr>
        <dsp:cNvPr id="0" name=""/>
        <dsp:cNvSpPr/>
      </dsp:nvSpPr>
      <dsp:spPr>
        <a:xfrm>
          <a:off x="4640660" y="1331679"/>
          <a:ext cx="392911" cy="459632"/>
        </a:xfrm>
        <a:prstGeom prst="rightArrow">
          <a:avLst>
            <a:gd name="adj1" fmla="val 60000"/>
            <a:gd name="adj2" fmla="val 5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dsp:txBody>
      <dsp:txXfrm>
        <a:off x="4640660" y="1423605"/>
        <a:ext cx="275038" cy="275780"/>
      </dsp:txXfrm>
    </dsp:sp>
    <dsp:sp modelId="{025992DD-A4D1-4FC8-9A40-89379355FFA5}">
      <dsp:nvSpPr>
        <dsp:cNvPr id="0" name=""/>
        <dsp:cNvSpPr/>
      </dsp:nvSpPr>
      <dsp:spPr>
        <a:xfrm>
          <a:off x="5196667" y="485451"/>
          <a:ext cx="1853357" cy="2152089"/>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Conv5 (128,3*3)</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Conv6 (128,3*3)</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 (2*2)</a:t>
          </a:r>
          <a:endParaRPr lang="zh-CN" altLang="en-US" sz="1600" b="1" kern="1200" dirty="0"/>
        </a:p>
      </dsp:txBody>
      <dsp:txXfrm>
        <a:off x="5250950" y="539734"/>
        <a:ext cx="1744791" cy="2043523"/>
      </dsp:txXfrm>
    </dsp:sp>
    <dsp:sp modelId="{132AF473-35A9-457B-A6AF-136672CB5D5A}">
      <dsp:nvSpPr>
        <dsp:cNvPr id="0" name=""/>
        <dsp:cNvSpPr/>
      </dsp:nvSpPr>
      <dsp:spPr>
        <a:xfrm>
          <a:off x="7235360" y="1331679"/>
          <a:ext cx="392911" cy="459632"/>
        </a:xfrm>
        <a:prstGeom prst="rightArrow">
          <a:avLst>
            <a:gd name="adj1" fmla="val 60000"/>
            <a:gd name="adj2" fmla="val 5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dsp:txBody>
      <dsp:txXfrm>
        <a:off x="7235360" y="1423605"/>
        <a:ext cx="275038" cy="275780"/>
      </dsp:txXfrm>
    </dsp:sp>
    <dsp:sp modelId="{9BA620C1-D70E-4D4D-B9BB-A2B83A681761}">
      <dsp:nvSpPr>
        <dsp:cNvPr id="0" name=""/>
        <dsp:cNvSpPr/>
      </dsp:nvSpPr>
      <dsp:spPr>
        <a:xfrm>
          <a:off x="7791367" y="485451"/>
          <a:ext cx="2134400" cy="2152089"/>
        </a:xfrm>
        <a:prstGeom prst="roundRect">
          <a:avLst>
            <a:gd name="adj" fmla="val 10000"/>
          </a:avLst>
        </a:prstGeom>
        <a:solidFill>
          <a:srgbClr val="C4DEEA"/>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Flatten</a:t>
          </a:r>
        </a:p>
        <a:p>
          <a:pPr marL="0" lvl="0" indent="0" algn="ctr" defTabSz="711200">
            <a:lnSpc>
              <a:spcPct val="90000"/>
            </a:lnSpc>
            <a:spcBef>
              <a:spcPct val="0"/>
            </a:spcBef>
            <a:spcAft>
              <a:spcPct val="35000"/>
            </a:spcAft>
            <a:buNone/>
          </a:pPr>
          <a:r>
            <a:rPr lang="en-US" altLang="zh-CN" sz="1600" b="1" kern="1200" dirty="0"/>
            <a:t>Linear 1 (6272,512)</a:t>
          </a:r>
        </a:p>
        <a:p>
          <a:pPr marL="0" lvl="0" indent="0" algn="ctr" defTabSz="711200">
            <a:lnSpc>
              <a:spcPct val="90000"/>
            </a:lnSpc>
            <a:spcBef>
              <a:spcPct val="0"/>
            </a:spcBef>
            <a:spcAft>
              <a:spcPct val="35000"/>
            </a:spcAft>
            <a:buNone/>
          </a:pPr>
          <a:r>
            <a:rPr lang="en-US" altLang="zh-CN" sz="1600" b="1" kern="1200" dirty="0"/>
            <a:t>Dropout</a:t>
          </a:r>
        </a:p>
        <a:p>
          <a:pPr marL="0" lvl="0" indent="0" algn="ctr" defTabSz="711200">
            <a:lnSpc>
              <a:spcPct val="90000"/>
            </a:lnSpc>
            <a:spcBef>
              <a:spcPct val="0"/>
            </a:spcBef>
            <a:spcAft>
              <a:spcPct val="35000"/>
            </a:spcAft>
            <a:buNone/>
          </a:pPr>
          <a:r>
            <a:rPr lang="en-US" altLang="zh-CN" sz="1600" b="1" kern="1200" dirty="0"/>
            <a:t>Linear 2 (512,128)</a:t>
          </a:r>
        </a:p>
        <a:p>
          <a:pPr marL="0" lvl="0" indent="0" algn="ctr" defTabSz="711200">
            <a:lnSpc>
              <a:spcPct val="90000"/>
            </a:lnSpc>
            <a:spcBef>
              <a:spcPct val="0"/>
            </a:spcBef>
            <a:spcAft>
              <a:spcPct val="35000"/>
            </a:spcAft>
            <a:buNone/>
          </a:pPr>
          <a:r>
            <a:rPr lang="en-US" altLang="zh-CN" sz="1600" b="1" kern="1200" dirty="0"/>
            <a:t>Dropout</a:t>
          </a:r>
        </a:p>
        <a:p>
          <a:pPr marL="0" lvl="0" indent="0" algn="ctr" defTabSz="711200">
            <a:lnSpc>
              <a:spcPct val="90000"/>
            </a:lnSpc>
            <a:spcBef>
              <a:spcPct val="0"/>
            </a:spcBef>
            <a:spcAft>
              <a:spcPct val="35000"/>
            </a:spcAft>
            <a:buNone/>
          </a:pPr>
          <a:r>
            <a:rPr lang="en-US" altLang="zh-CN" sz="1600" b="1" kern="1200" dirty="0"/>
            <a:t>Linear 3 (128, 6)</a:t>
          </a:r>
        </a:p>
        <a:p>
          <a:pPr marL="0" lvl="0" indent="0" algn="ctr" defTabSz="711200">
            <a:lnSpc>
              <a:spcPct val="90000"/>
            </a:lnSpc>
            <a:spcBef>
              <a:spcPct val="0"/>
            </a:spcBef>
            <a:spcAft>
              <a:spcPct val="35000"/>
            </a:spcAft>
            <a:buNone/>
          </a:pPr>
          <a:r>
            <a:rPr lang="en-US" altLang="zh-CN" sz="1600" b="1" kern="1200" dirty="0"/>
            <a:t>Dropout</a:t>
          </a:r>
          <a:endParaRPr lang="zh-CN" altLang="en-US" sz="1600" b="1" kern="1200" dirty="0"/>
        </a:p>
      </dsp:txBody>
      <dsp:txXfrm>
        <a:off x="7853881" y="547965"/>
        <a:ext cx="2009372" cy="20270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9A65A-5DC2-4DB4-84AD-8E38B84B680B}">
      <dsp:nvSpPr>
        <dsp:cNvPr id="0" name=""/>
        <dsp:cNvSpPr/>
      </dsp:nvSpPr>
      <dsp:spPr>
        <a:xfrm>
          <a:off x="7507" y="653767"/>
          <a:ext cx="1202865" cy="2047914"/>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Conv 1</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a:t>
          </a:r>
        </a:p>
        <a:p>
          <a:pPr marL="0" lvl="0" indent="0" algn="ctr" defTabSz="711200">
            <a:lnSpc>
              <a:spcPct val="90000"/>
            </a:lnSpc>
            <a:spcBef>
              <a:spcPct val="0"/>
            </a:spcBef>
            <a:spcAft>
              <a:spcPct val="35000"/>
            </a:spcAft>
            <a:buNone/>
          </a:pPr>
          <a:r>
            <a:rPr lang="en-US" altLang="zh-CN" sz="1600" b="1" kern="1200" dirty="0"/>
            <a:t>Conv 2</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a:t>
          </a:r>
          <a:endParaRPr lang="zh-CN" altLang="en-US" sz="1600" b="1" kern="1200" dirty="0"/>
        </a:p>
      </dsp:txBody>
      <dsp:txXfrm>
        <a:off x="42738" y="688998"/>
        <a:ext cx="1132403" cy="1977452"/>
      </dsp:txXfrm>
    </dsp:sp>
    <dsp:sp modelId="{761F5AB8-459B-4040-9D72-24A688167B6E}">
      <dsp:nvSpPr>
        <dsp:cNvPr id="0" name=""/>
        <dsp:cNvSpPr/>
      </dsp:nvSpPr>
      <dsp:spPr>
        <a:xfrm>
          <a:off x="1330659" y="1528569"/>
          <a:ext cx="255007" cy="298310"/>
        </a:xfrm>
        <a:prstGeom prst="rightArrow">
          <a:avLst>
            <a:gd name="adj1" fmla="val 60000"/>
            <a:gd name="adj2" fmla="val 5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dsp:txBody>
      <dsp:txXfrm>
        <a:off x="1330659" y="1588231"/>
        <a:ext cx="178505" cy="178986"/>
      </dsp:txXfrm>
    </dsp:sp>
    <dsp:sp modelId="{D0718E92-8B22-4D03-8372-6A5829C4BDFF}">
      <dsp:nvSpPr>
        <dsp:cNvPr id="0" name=""/>
        <dsp:cNvSpPr/>
      </dsp:nvSpPr>
      <dsp:spPr>
        <a:xfrm>
          <a:off x="1691518" y="681189"/>
          <a:ext cx="1202865" cy="1993070"/>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Conv 3</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a:t>
          </a:r>
        </a:p>
        <a:p>
          <a:pPr marL="0" lvl="0" indent="0" algn="ctr" defTabSz="711200">
            <a:lnSpc>
              <a:spcPct val="90000"/>
            </a:lnSpc>
            <a:spcBef>
              <a:spcPct val="0"/>
            </a:spcBef>
            <a:spcAft>
              <a:spcPct val="35000"/>
            </a:spcAft>
            <a:buNone/>
          </a:pPr>
          <a:r>
            <a:rPr lang="en-US" altLang="zh-CN" sz="1600" b="1" kern="1200" dirty="0"/>
            <a:t>Conv 4</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a:t>
          </a:r>
        </a:p>
      </dsp:txBody>
      <dsp:txXfrm>
        <a:off x="1726749" y="716420"/>
        <a:ext cx="1132403" cy="1922608"/>
      </dsp:txXfrm>
    </dsp:sp>
    <dsp:sp modelId="{837EC6E3-6DD0-4D8E-8599-08A5AAC518EB}">
      <dsp:nvSpPr>
        <dsp:cNvPr id="0" name=""/>
        <dsp:cNvSpPr/>
      </dsp:nvSpPr>
      <dsp:spPr>
        <a:xfrm>
          <a:off x="3014670" y="1528569"/>
          <a:ext cx="255007" cy="298310"/>
        </a:xfrm>
        <a:prstGeom prst="rightArrow">
          <a:avLst>
            <a:gd name="adj1" fmla="val 60000"/>
            <a:gd name="adj2" fmla="val 5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dsp:txBody>
      <dsp:txXfrm>
        <a:off x="3014670" y="1588231"/>
        <a:ext cx="178505" cy="178986"/>
      </dsp:txXfrm>
    </dsp:sp>
    <dsp:sp modelId="{025992DD-A4D1-4FC8-9A40-89379355FFA5}">
      <dsp:nvSpPr>
        <dsp:cNvPr id="0" name=""/>
        <dsp:cNvSpPr/>
      </dsp:nvSpPr>
      <dsp:spPr>
        <a:xfrm>
          <a:off x="3375529" y="609477"/>
          <a:ext cx="1202865" cy="2136493"/>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Conv5</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Conv6</a:t>
          </a:r>
        </a:p>
        <a:p>
          <a:pPr marL="0" lvl="0" indent="0" algn="ctr" defTabSz="711200">
            <a:lnSpc>
              <a:spcPct val="90000"/>
            </a:lnSpc>
            <a:spcBef>
              <a:spcPct val="0"/>
            </a:spcBef>
            <a:spcAft>
              <a:spcPct val="35000"/>
            </a:spcAft>
            <a:buNone/>
          </a:pPr>
          <a:r>
            <a:rPr lang="en-US" altLang="zh-CN" sz="1600" b="1" kern="1200" dirty="0"/>
            <a:t>BN</a:t>
          </a:r>
        </a:p>
        <a:p>
          <a:pPr marL="0" lvl="0" indent="0" algn="ctr" defTabSz="711200">
            <a:lnSpc>
              <a:spcPct val="90000"/>
            </a:lnSpc>
            <a:spcBef>
              <a:spcPct val="0"/>
            </a:spcBef>
            <a:spcAft>
              <a:spcPct val="35000"/>
            </a:spcAft>
            <a:buNone/>
          </a:pPr>
          <a:r>
            <a:rPr lang="en-US" altLang="zh-CN" sz="1600" b="1" kern="1200" dirty="0"/>
            <a:t>Max pool</a:t>
          </a:r>
          <a:endParaRPr lang="zh-CN" altLang="en-US" sz="1600" b="1" kern="1200" dirty="0"/>
        </a:p>
      </dsp:txBody>
      <dsp:txXfrm>
        <a:off x="3410760" y="644708"/>
        <a:ext cx="1132403" cy="2066031"/>
      </dsp:txXfrm>
    </dsp:sp>
    <dsp:sp modelId="{132AF473-35A9-457B-A6AF-136672CB5D5A}">
      <dsp:nvSpPr>
        <dsp:cNvPr id="0" name=""/>
        <dsp:cNvSpPr/>
      </dsp:nvSpPr>
      <dsp:spPr>
        <a:xfrm>
          <a:off x="4698681" y="1528569"/>
          <a:ext cx="255007" cy="298310"/>
        </a:xfrm>
        <a:prstGeom prst="rightArrow">
          <a:avLst>
            <a:gd name="adj1" fmla="val 60000"/>
            <a:gd name="adj2" fmla="val 5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dsp:txBody>
      <dsp:txXfrm>
        <a:off x="4698681" y="1588231"/>
        <a:ext cx="178505" cy="178986"/>
      </dsp:txXfrm>
    </dsp:sp>
    <dsp:sp modelId="{C618D0B5-EC2A-44B1-827B-81CDA78D6939}">
      <dsp:nvSpPr>
        <dsp:cNvPr id="0" name=""/>
        <dsp:cNvSpPr/>
      </dsp:nvSpPr>
      <dsp:spPr>
        <a:xfrm>
          <a:off x="5059541" y="609477"/>
          <a:ext cx="1497964" cy="2136493"/>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Concatenate</a:t>
          </a:r>
          <a:endParaRPr lang="zh-CN" altLang="en-US" sz="1600" b="1" kern="1200" dirty="0"/>
        </a:p>
      </dsp:txBody>
      <dsp:txXfrm>
        <a:off x="5103415" y="653351"/>
        <a:ext cx="1410216" cy="2048745"/>
      </dsp:txXfrm>
    </dsp:sp>
    <dsp:sp modelId="{456CE6DA-8F8D-4200-B7EF-4A9014D41D46}">
      <dsp:nvSpPr>
        <dsp:cNvPr id="0" name=""/>
        <dsp:cNvSpPr/>
      </dsp:nvSpPr>
      <dsp:spPr>
        <a:xfrm>
          <a:off x="6677791" y="1528569"/>
          <a:ext cx="255007" cy="298310"/>
        </a:xfrm>
        <a:prstGeom prst="rightArrow">
          <a:avLst>
            <a:gd name="adj1" fmla="val 60000"/>
            <a:gd name="adj2" fmla="val 5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dsp:txBody>
      <dsp:txXfrm>
        <a:off x="6677791" y="1588231"/>
        <a:ext cx="178505" cy="178986"/>
      </dsp:txXfrm>
    </dsp:sp>
    <dsp:sp modelId="{6C3E879E-45F2-47BD-9E49-23C4FAB649AD}">
      <dsp:nvSpPr>
        <dsp:cNvPr id="0" name=""/>
        <dsp:cNvSpPr/>
      </dsp:nvSpPr>
      <dsp:spPr>
        <a:xfrm>
          <a:off x="7038651" y="609477"/>
          <a:ext cx="1202865" cy="2136493"/>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SE Module</a:t>
          </a:r>
          <a:endParaRPr lang="zh-CN" altLang="en-US" sz="1600" b="1" kern="1200" dirty="0"/>
        </a:p>
      </dsp:txBody>
      <dsp:txXfrm>
        <a:off x="7073882" y="644708"/>
        <a:ext cx="1132403" cy="2066031"/>
      </dsp:txXfrm>
    </dsp:sp>
    <dsp:sp modelId="{C84C4054-3372-4D17-B48B-562EF1CC7E0B}">
      <dsp:nvSpPr>
        <dsp:cNvPr id="0" name=""/>
        <dsp:cNvSpPr/>
      </dsp:nvSpPr>
      <dsp:spPr>
        <a:xfrm>
          <a:off x="8361802" y="1528569"/>
          <a:ext cx="255007" cy="298310"/>
        </a:xfrm>
        <a:prstGeom prst="rightArrow">
          <a:avLst>
            <a:gd name="adj1" fmla="val 60000"/>
            <a:gd name="adj2" fmla="val 5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dsp:txBody>
      <dsp:txXfrm>
        <a:off x="8361802" y="1588231"/>
        <a:ext cx="178505" cy="178986"/>
      </dsp:txXfrm>
    </dsp:sp>
    <dsp:sp modelId="{9BA620C1-D70E-4D4D-B9BB-A2B83A681761}">
      <dsp:nvSpPr>
        <dsp:cNvPr id="0" name=""/>
        <dsp:cNvSpPr/>
      </dsp:nvSpPr>
      <dsp:spPr>
        <a:xfrm>
          <a:off x="8722662" y="609477"/>
          <a:ext cx="1202865" cy="2136493"/>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Flatten</a:t>
          </a:r>
        </a:p>
        <a:p>
          <a:pPr marL="0" lvl="0" indent="0" algn="ctr" defTabSz="711200">
            <a:lnSpc>
              <a:spcPct val="90000"/>
            </a:lnSpc>
            <a:spcBef>
              <a:spcPct val="0"/>
            </a:spcBef>
            <a:spcAft>
              <a:spcPct val="35000"/>
            </a:spcAft>
            <a:buNone/>
          </a:pPr>
          <a:r>
            <a:rPr lang="en-US" altLang="zh-CN" sz="1600" b="1" kern="1200" dirty="0"/>
            <a:t>Linear 1</a:t>
          </a:r>
        </a:p>
        <a:p>
          <a:pPr marL="0" lvl="0" indent="0" algn="ctr" defTabSz="711200">
            <a:lnSpc>
              <a:spcPct val="90000"/>
            </a:lnSpc>
            <a:spcBef>
              <a:spcPct val="0"/>
            </a:spcBef>
            <a:spcAft>
              <a:spcPct val="35000"/>
            </a:spcAft>
            <a:buNone/>
          </a:pPr>
          <a:r>
            <a:rPr lang="en-US" altLang="zh-CN" sz="1600" b="1" kern="1200" dirty="0"/>
            <a:t>Dropout</a:t>
          </a:r>
        </a:p>
        <a:p>
          <a:pPr marL="0" lvl="0" indent="0" algn="ctr" defTabSz="711200">
            <a:lnSpc>
              <a:spcPct val="90000"/>
            </a:lnSpc>
            <a:spcBef>
              <a:spcPct val="0"/>
            </a:spcBef>
            <a:spcAft>
              <a:spcPct val="35000"/>
            </a:spcAft>
            <a:buNone/>
          </a:pPr>
          <a:r>
            <a:rPr lang="en-US" altLang="zh-CN" sz="1600" b="1" kern="1200" dirty="0"/>
            <a:t>Linear2</a:t>
          </a:r>
        </a:p>
        <a:p>
          <a:pPr marL="0" lvl="0" indent="0" algn="ctr" defTabSz="711200">
            <a:lnSpc>
              <a:spcPct val="90000"/>
            </a:lnSpc>
            <a:spcBef>
              <a:spcPct val="0"/>
            </a:spcBef>
            <a:spcAft>
              <a:spcPct val="35000"/>
            </a:spcAft>
            <a:buNone/>
          </a:pPr>
          <a:r>
            <a:rPr lang="en-US" altLang="zh-CN" sz="1600" b="1" kern="1200" dirty="0"/>
            <a:t>Dropout</a:t>
          </a:r>
        </a:p>
        <a:p>
          <a:pPr marL="0" lvl="0" indent="0" algn="ctr" defTabSz="711200">
            <a:lnSpc>
              <a:spcPct val="90000"/>
            </a:lnSpc>
            <a:spcBef>
              <a:spcPct val="0"/>
            </a:spcBef>
            <a:spcAft>
              <a:spcPct val="35000"/>
            </a:spcAft>
            <a:buNone/>
          </a:pPr>
          <a:r>
            <a:rPr lang="en-US" altLang="zh-CN" sz="1600" b="1" kern="1200" dirty="0"/>
            <a:t>Linear 3</a:t>
          </a:r>
        </a:p>
        <a:p>
          <a:pPr marL="0" lvl="0" indent="0" algn="ctr" defTabSz="711200">
            <a:lnSpc>
              <a:spcPct val="90000"/>
            </a:lnSpc>
            <a:spcBef>
              <a:spcPct val="0"/>
            </a:spcBef>
            <a:spcAft>
              <a:spcPct val="35000"/>
            </a:spcAft>
            <a:buNone/>
          </a:pPr>
          <a:r>
            <a:rPr lang="en-US" altLang="zh-CN" sz="1600" b="1" kern="1200" dirty="0"/>
            <a:t>Dropout</a:t>
          </a:r>
          <a:endParaRPr lang="zh-CN" altLang="en-US" sz="1600" b="1" kern="1200" dirty="0"/>
        </a:p>
      </dsp:txBody>
      <dsp:txXfrm>
        <a:off x="8757893" y="644708"/>
        <a:ext cx="1132403" cy="206603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43" name="Shape 3143"/>
          <p:cNvSpPr>
            <a:spLocks noGrp="1" noRot="1" noChangeAspect="1"/>
          </p:cNvSpPr>
          <p:nvPr>
            <p:ph type="sldImg"/>
          </p:nvPr>
        </p:nvSpPr>
        <p:spPr>
          <a:xfrm>
            <a:off x="1143000" y="685800"/>
            <a:ext cx="4572000" cy="3429000"/>
          </a:xfrm>
          <a:prstGeom prst="rect">
            <a:avLst/>
          </a:prstGeom>
        </p:spPr>
        <p:txBody>
          <a:bodyPr/>
          <a:lstStyle/>
          <a:p>
            <a:endParaRPr/>
          </a:p>
        </p:txBody>
      </p:sp>
      <p:sp>
        <p:nvSpPr>
          <p:cNvPr id="3144" name="Shape 314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Chapter title</a:t>
            </a:r>
          </a:p>
          <a:p>
            <a:r>
              <a:rPr lang="en-US" altLang="zh-CN" dirty="0"/>
              <a:t>Page number</a:t>
            </a:r>
          </a:p>
          <a:p>
            <a:r>
              <a:rPr lang="en-US" altLang="zh-CN" dirty="0"/>
              <a:t>Repeat the question:</a:t>
            </a:r>
            <a:r>
              <a:rPr lang="zh-CN" altLang="en-US" dirty="0"/>
              <a:t> </a:t>
            </a:r>
            <a:r>
              <a:rPr lang="en-US" altLang="zh-CN" dirty="0"/>
              <a:t>I</a:t>
            </a:r>
            <a:r>
              <a:rPr lang="zh-CN" altLang="en-US" dirty="0"/>
              <a:t> </a:t>
            </a:r>
            <a:r>
              <a:rPr lang="en-US" altLang="zh-CN" dirty="0"/>
              <a:t>think</a:t>
            </a:r>
            <a:r>
              <a:rPr lang="zh-CN" altLang="en-US" dirty="0"/>
              <a:t> </a:t>
            </a:r>
            <a:r>
              <a:rPr lang="en-US" altLang="zh-CN" dirty="0"/>
              <a:t>you</a:t>
            </a:r>
            <a:r>
              <a:rPr lang="zh-CN" altLang="en-US" dirty="0"/>
              <a:t> </a:t>
            </a:r>
            <a:r>
              <a:rPr lang="en-US" altLang="zh-CN" dirty="0"/>
              <a:t>are</a:t>
            </a:r>
            <a:r>
              <a:rPr lang="zh-CN" altLang="en-US" dirty="0"/>
              <a:t> </a:t>
            </a:r>
            <a:r>
              <a:rPr lang="en-US" altLang="zh-CN" dirty="0"/>
              <a:t>asking</a:t>
            </a:r>
          </a:p>
          <a:p>
            <a:r>
              <a:rPr lang="en-US" altLang="zh-CN"/>
              <a:t>Broad question</a:t>
            </a:r>
          </a:p>
        </p:txBody>
      </p:sp>
    </p:spTree>
    <p:extLst>
      <p:ext uri="{BB962C8B-B14F-4D97-AF65-F5344CB8AC3E}">
        <p14:creationId xmlns:p14="http://schemas.microsoft.com/office/powerpoint/2010/main" val="53992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Hello, everyone. The second route we follow is to view the micro-doppler spectrogram as an image and input it to CNN for feature extraction and classification.</a:t>
            </a:r>
          </a:p>
          <a:p>
            <a:r>
              <a:rPr lang="en-US" altLang="zh-CN" dirty="0"/>
              <a:t>In this project, we choose two different data format: spectrogram and masked spectrogram obtained from previous data processing.</a:t>
            </a:r>
          </a:p>
          <a:p>
            <a:r>
              <a:rPr lang="en-US" altLang="zh-CN" dirty="0"/>
              <a:t>Compared with the spectrogram, the masked version focus more on the movement of major body parts, such as the torso and the legs. Some minor details are ignored.</a:t>
            </a:r>
          </a:p>
          <a:p>
            <a:r>
              <a:rPr lang="en-US" altLang="zh-CN" dirty="0"/>
              <a:t>To deal with activities with different time length, we first resize the images.</a:t>
            </a:r>
            <a:endParaRPr lang="zh-CN" altLang="en-US" dirty="0"/>
          </a:p>
        </p:txBody>
      </p:sp>
    </p:spTree>
    <p:extLst>
      <p:ext uri="{BB962C8B-B14F-4D97-AF65-F5344CB8AC3E}">
        <p14:creationId xmlns:p14="http://schemas.microsoft.com/office/powerpoint/2010/main" val="1727477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For this task, we design two CNN models.</a:t>
            </a:r>
          </a:p>
          <a:p>
            <a:r>
              <a:rPr lang="en-US" altLang="zh-CN" dirty="0"/>
              <a:t>The first model is a simplified version of VGG13.</a:t>
            </a:r>
          </a:p>
          <a:p>
            <a:r>
              <a:rPr lang="en-US" altLang="zh-CN" dirty="0"/>
              <a:t>It consists of three modules and a classifier.</a:t>
            </a:r>
          </a:p>
          <a:p>
            <a:r>
              <a:rPr lang="en-US" altLang="zh-CN" dirty="0"/>
              <a:t>Each module has two convolution layers, batch normalization, and pooling layers</a:t>
            </a:r>
          </a:p>
          <a:p>
            <a:r>
              <a:rPr lang="en-US" altLang="zh-CN" dirty="0"/>
              <a:t>The final classifier contains three linear layers attached with dropout to prevent overfitting</a:t>
            </a:r>
            <a:endParaRPr lang="zh-CN" altLang="en-US" dirty="0"/>
          </a:p>
        </p:txBody>
      </p:sp>
    </p:spTree>
    <p:extLst>
      <p:ext uri="{BB962C8B-B14F-4D97-AF65-F5344CB8AC3E}">
        <p14:creationId xmlns:p14="http://schemas.microsoft.com/office/powerpoint/2010/main" val="2555108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The second model adds some extensions to the first model.</a:t>
            </a:r>
          </a:p>
          <a:p>
            <a:r>
              <a:rPr lang="en-US" altLang="zh-CN" dirty="0"/>
              <a:t>It combines the output feature map of all three modules and concatenates them across the channel dimension.</a:t>
            </a:r>
          </a:p>
          <a:p>
            <a:r>
              <a:rPr lang="en-US" altLang="zh-CN" dirty="0"/>
              <a:t>(To make the feature map equal size, the max pooling layers are used.)</a:t>
            </a:r>
          </a:p>
          <a:p>
            <a:r>
              <a:rPr lang="en-US" altLang="zh-CN" dirty="0"/>
              <a:t>In this way, both low level and high level features can be considered in the classification stage.</a:t>
            </a:r>
          </a:p>
          <a:p>
            <a:r>
              <a:rPr lang="en-US" altLang="zh-CN" dirty="0"/>
              <a:t>The next question is shall we treat those features with equal importance, or assign them different weights?</a:t>
            </a:r>
          </a:p>
          <a:p>
            <a:r>
              <a:rPr lang="en-US" altLang="zh-CN" dirty="0"/>
              <a:t>To learn the importance of different feature maps, we add an attention mechanism based SE module after concatenation.</a:t>
            </a:r>
            <a:endParaRPr lang="zh-CN" altLang="en-US" dirty="0"/>
          </a:p>
        </p:txBody>
      </p:sp>
    </p:spTree>
    <p:extLst>
      <p:ext uri="{BB962C8B-B14F-4D97-AF65-F5344CB8AC3E}">
        <p14:creationId xmlns:p14="http://schemas.microsoft.com/office/powerpoint/2010/main" val="3898521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Now let me explain a bit about the SE module, which is called squeeze and excitation.</a:t>
            </a:r>
          </a:p>
          <a:p>
            <a:r>
              <a:rPr lang="en-US" altLang="zh-CN" dirty="0"/>
              <a:t>It first squeeze the pixels in each channel with average pooling, and then learn the weights of each channel by two linear layers.</a:t>
            </a:r>
          </a:p>
          <a:p>
            <a:r>
              <a:rPr lang="en-US" altLang="zh-CN" dirty="0"/>
              <a:t>Finally the learned weights are multiplied with the corresponding channel map to get the output.</a:t>
            </a:r>
          </a:p>
          <a:p>
            <a:r>
              <a:rPr lang="en-US" altLang="zh-CN" dirty="0"/>
              <a:t>In this way, different channels are assigned with different importance.</a:t>
            </a:r>
          </a:p>
          <a:p>
            <a:endParaRPr lang="zh-CN" altLang="en-US" dirty="0"/>
          </a:p>
        </p:txBody>
      </p:sp>
    </p:spTree>
    <p:extLst>
      <p:ext uri="{BB962C8B-B14F-4D97-AF65-F5344CB8AC3E}">
        <p14:creationId xmlns:p14="http://schemas.microsoft.com/office/powerpoint/2010/main" val="422337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Next, we use 4-fold cross validation for hyperparameter tuning.</a:t>
            </a:r>
          </a:p>
          <a:p>
            <a:r>
              <a:rPr lang="en-US" altLang="zh-CN" dirty="0"/>
              <a:t>This figure shows the training and validation loss for the tuned hyperparameter.</a:t>
            </a:r>
          </a:p>
          <a:p>
            <a:r>
              <a:rPr lang="en-US" altLang="zh-CN" dirty="0"/>
              <a:t>After 30 epochs, both the training and validation loss tends to converge, so the model is not overfitting.</a:t>
            </a:r>
            <a:endParaRPr lang="zh-CN" altLang="en-US" dirty="0"/>
          </a:p>
        </p:txBody>
      </p:sp>
    </p:spTree>
    <p:extLst>
      <p:ext uri="{BB962C8B-B14F-4D97-AF65-F5344CB8AC3E}">
        <p14:creationId xmlns:p14="http://schemas.microsoft.com/office/powerpoint/2010/main" val="3062113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After that, we perform model training.</a:t>
            </a:r>
          </a:p>
          <a:p>
            <a:r>
              <a:rPr lang="en-US" altLang="zh-CN" dirty="0"/>
              <a:t>In terms of loss function, we choose the focal loss in order to focus more on samples which are difficult to classify.</a:t>
            </a:r>
          </a:p>
          <a:p>
            <a:r>
              <a:rPr lang="en-US" altLang="zh-CN" dirty="0"/>
              <a:t>Compared with the cross entropy loss, it just adds a weight term, which will be large if the classification of a sample is wrong.</a:t>
            </a:r>
          </a:p>
          <a:p>
            <a:r>
              <a:rPr lang="en-US" altLang="zh-CN" dirty="0"/>
              <a:t>We choose the Adam optimizer for faster convergence.</a:t>
            </a:r>
          </a:p>
          <a:p>
            <a:r>
              <a:rPr lang="en-US" altLang="zh-CN" dirty="0"/>
              <a:t>With the tuned learning rate and batch size, we train each model for 30 epochs.</a:t>
            </a:r>
          </a:p>
          <a:p>
            <a:endParaRPr lang="zh-CN" altLang="en-US" dirty="0"/>
          </a:p>
        </p:txBody>
      </p:sp>
    </p:spTree>
    <p:extLst>
      <p:ext uri="{BB962C8B-B14F-4D97-AF65-F5344CB8AC3E}">
        <p14:creationId xmlns:p14="http://schemas.microsoft.com/office/powerpoint/2010/main" val="490255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Finally, we evaluate the results based on the accuracy on test set and confusion matrix.</a:t>
            </a:r>
          </a:p>
          <a:p>
            <a:r>
              <a:rPr lang="en-US" altLang="zh-CN" dirty="0"/>
              <a:t>From the table, we can see the improved model can achieve better accuracy and show better generalization ability.</a:t>
            </a:r>
          </a:p>
          <a:p>
            <a:r>
              <a:rPr lang="en-US" altLang="zh-CN" dirty="0"/>
              <a:t>For the two data format, their performance are very close, only differ by 1 or 2 percent.</a:t>
            </a:r>
            <a:endParaRPr lang="zh-CN" altLang="en-US" dirty="0"/>
          </a:p>
        </p:txBody>
      </p:sp>
    </p:spTree>
    <p:extLst>
      <p:ext uri="{BB962C8B-B14F-4D97-AF65-F5344CB8AC3E}">
        <p14:creationId xmlns:p14="http://schemas.microsoft.com/office/powerpoint/2010/main" val="2969515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Let’s look closer to the confusion matrix.</a:t>
            </a:r>
          </a:p>
          <a:p>
            <a:r>
              <a:rPr lang="en-US" altLang="zh-CN" dirty="0"/>
              <a:t>The 4</a:t>
            </a:r>
            <a:r>
              <a:rPr lang="en-US" altLang="zh-CN" baseline="30000" dirty="0"/>
              <a:t>th</a:t>
            </a:r>
            <a:r>
              <a:rPr lang="en-US" altLang="zh-CN" dirty="0"/>
              <a:t> and 5</a:t>
            </a:r>
            <a:r>
              <a:rPr lang="en-US" altLang="zh-CN" baseline="30000" dirty="0"/>
              <a:t>th</a:t>
            </a:r>
            <a:r>
              <a:rPr lang="en-US" altLang="zh-CN" dirty="0"/>
              <a:t> activity: picking up an object and drinking water can be the most difficult to classify.</a:t>
            </a:r>
          </a:p>
          <a:p>
            <a:r>
              <a:rPr lang="en-US" altLang="zh-CN" dirty="0"/>
              <a:t>While the convnet makes quite a lot wrong predictions in this, the improved model can classify with fewer errors.</a:t>
            </a:r>
          </a:p>
          <a:p>
            <a:r>
              <a:rPr lang="en-US" altLang="zh-CN" dirty="0"/>
              <a:t>The reason may be instead of only considering high-level features, the addition of low-level features can discover some details, which can be helpful in classifying two similar activities.</a:t>
            </a:r>
          </a:p>
          <a:p>
            <a:endParaRPr lang="en-US" altLang="zh-CN" dirty="0"/>
          </a:p>
          <a:p>
            <a:endParaRPr lang="zh-CN" altLang="en-US" dirty="0"/>
          </a:p>
        </p:txBody>
      </p:sp>
    </p:spTree>
    <p:extLst>
      <p:ext uri="{BB962C8B-B14F-4D97-AF65-F5344CB8AC3E}">
        <p14:creationId xmlns:p14="http://schemas.microsoft.com/office/powerpoint/2010/main" val="1591482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If we use the masked spectrogram as input, the performance can be better in classifying 4 and 5.</a:t>
            </a:r>
          </a:p>
          <a:p>
            <a:r>
              <a:rPr lang="en-US" altLang="zh-CN" dirty="0"/>
              <a:t>However, we notice the model can misclassify some drinking water activities as sitting down, and the reason is not so straightforward.</a:t>
            </a:r>
          </a:p>
          <a:p>
            <a:r>
              <a:rPr lang="en-US" altLang="zh-CN" dirty="0"/>
              <a:t>To summarize, the two data formats can be complementary in different tasks, so combining them with some fusion techniques may lead to better performance.</a:t>
            </a:r>
            <a:endParaRPr lang="zh-CN" altLang="en-US" dirty="0"/>
          </a:p>
        </p:txBody>
      </p:sp>
    </p:spTree>
    <p:extLst>
      <p:ext uri="{BB962C8B-B14F-4D97-AF65-F5344CB8AC3E}">
        <p14:creationId xmlns:p14="http://schemas.microsoft.com/office/powerpoint/2010/main" val="3757789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In this project, we follow two routes to solve the problem, and both routes lead to very good classification results.</a:t>
            </a:r>
          </a:p>
          <a:p>
            <a:r>
              <a:rPr lang="en-US" altLang="zh-CN" dirty="0"/>
              <a:t>While CNN can have better performance than others and doesn’t need to extract features by ourselves, the model can be much more complex, thus requiring more time and space resources.</a:t>
            </a:r>
          </a:p>
          <a:p>
            <a:r>
              <a:rPr lang="en-US" altLang="zh-CN" dirty="0"/>
              <a:t>In conclusion, selecting an effective pipeline requires careful considerations of many factors.</a:t>
            </a:r>
          </a:p>
          <a:p>
            <a:endParaRPr lang="en-US" altLang="zh-CN" dirty="0"/>
          </a:p>
          <a:p>
            <a:r>
              <a:rPr lang="en-US" altLang="zh-CN" dirty="0"/>
              <a:t>Now this is the end of our presentation. We are very happy to hear your questions and feedbacks. Thank you for listening!</a:t>
            </a:r>
            <a:endParaRPr lang="zh-CN" altLang="en-US" dirty="0"/>
          </a:p>
        </p:txBody>
      </p:sp>
    </p:spTree>
    <p:extLst>
      <p:ext uri="{BB962C8B-B14F-4D97-AF65-F5344CB8AC3E}">
        <p14:creationId xmlns:p14="http://schemas.microsoft.com/office/powerpoint/2010/main" val="42732726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www.pptsolutions.nl/"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elpagina">
    <p:spTree>
      <p:nvGrpSpPr>
        <p:cNvPr id="1" name=""/>
        <p:cNvGrpSpPr/>
        <p:nvPr/>
      </p:nvGrpSpPr>
      <p:grpSpPr>
        <a:xfrm>
          <a:off x="0" y="0"/>
          <a:ext cx="0" cy="0"/>
          <a:chOff x="0" y="0"/>
          <a:chExt cx="0" cy="0"/>
        </a:xfrm>
      </p:grpSpPr>
      <p:grpSp>
        <p:nvGrpSpPr>
          <p:cNvPr id="126" name="Group 4"/>
          <p:cNvGrpSpPr/>
          <p:nvPr/>
        </p:nvGrpSpPr>
        <p:grpSpPr>
          <a:xfrm>
            <a:off x="698501" y="5884314"/>
            <a:ext cx="1454912" cy="577167"/>
            <a:chOff x="0" y="0"/>
            <a:chExt cx="1454911" cy="577165"/>
          </a:xfrm>
        </p:grpSpPr>
        <p:sp>
          <p:nvSpPr>
            <p:cNvPr id="118"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0"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1"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2"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23"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4"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5"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27" name="Rechthoek 6"/>
          <p:cNvSpPr/>
          <p:nvPr/>
        </p:nvSpPr>
        <p:spPr>
          <a:xfrm>
            <a:off x="-10751" y="0"/>
            <a:ext cx="12202752" cy="6858000"/>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128" name="Plaats hier de titel van de presentatie, max. 2 regels"/>
          <p:cNvSpPr txBox="1">
            <a:spLocks noGrp="1"/>
          </p:cNvSpPr>
          <p:nvPr>
            <p:ph type="title" hasCustomPrompt="1"/>
          </p:nvPr>
        </p:nvSpPr>
        <p:spPr>
          <a:xfrm>
            <a:off x="2153412" y="3879851"/>
            <a:ext cx="9358257" cy="1621064"/>
          </a:xfrm>
          <a:prstGeom prst="rect">
            <a:avLst/>
          </a:prstGeom>
        </p:spPr>
        <p:txBody>
          <a:bodyPr anchor="b">
            <a:normAutofit/>
          </a:bodyPr>
          <a:lstStyle>
            <a:lvl1pPr algn="r">
              <a:defRPr sz="3800">
                <a:solidFill>
                  <a:srgbClr val="FFFFFF"/>
                </a:solidFill>
              </a:defRPr>
            </a:lvl1pPr>
          </a:lstStyle>
          <a:p>
            <a:r>
              <a:t>Plaats hier de titel van de presentatie, max. 2 regels</a:t>
            </a:r>
          </a:p>
        </p:txBody>
      </p:sp>
      <p:sp>
        <p:nvSpPr>
          <p:cNvPr id="129" name="Tekstvak 4"/>
          <p:cNvSpPr txBox="1"/>
          <p:nvPr/>
        </p:nvSpPr>
        <p:spPr>
          <a:xfrm>
            <a:off x="34969" y="-662297"/>
            <a:ext cx="12100562"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Titelpagina</a:t>
            </a:r>
            <a:endParaRPr dirty="0">
              <a:solidFill>
                <a:schemeClr val="tx1"/>
              </a:solidFill>
            </a:endParaRPr>
          </a:p>
        </p:txBody>
      </p:sp>
      <p:sp>
        <p:nvSpPr>
          <p:cNvPr id="130" name="Body Level One…"/>
          <p:cNvSpPr txBox="1">
            <a:spLocks noGrp="1"/>
          </p:cNvSpPr>
          <p:nvPr>
            <p:ph type="body" sz="quarter" idx="1" hasCustomPrompt="1"/>
          </p:nvPr>
        </p:nvSpPr>
        <p:spPr>
          <a:xfrm>
            <a:off x="7782466" y="5664394"/>
            <a:ext cx="3729204" cy="248473"/>
          </a:xfrm>
          <a:prstGeom prst="rect">
            <a:avLst/>
          </a:prstGeom>
        </p:spPr>
        <p:txBody>
          <a:bodyPr anchor="ctr">
            <a:normAutofit/>
          </a:bodyPr>
          <a:lstStyle>
            <a:lvl1pPr marL="0" indent="0" algn="r">
              <a:buClrTx/>
              <a:buSzTx/>
              <a:buNone/>
              <a:defRPr b="1">
                <a:solidFill>
                  <a:srgbClr val="FFFFFF"/>
                </a:solidFill>
              </a:defRPr>
            </a:lvl1pPr>
            <a:lvl2pPr marL="0" indent="457200" algn="r">
              <a:buClrTx/>
              <a:buSzTx/>
              <a:buNone/>
              <a:defRPr b="1">
                <a:solidFill>
                  <a:srgbClr val="FFFFFF"/>
                </a:solidFill>
              </a:defRPr>
            </a:lvl2pPr>
            <a:lvl3pPr indent="914400" algn="r">
              <a:buClrTx/>
              <a:buFontTx/>
              <a:defRPr b="1">
                <a:solidFill>
                  <a:srgbClr val="FFFFFF"/>
                </a:solidFill>
              </a:defRPr>
            </a:lvl3pPr>
            <a:lvl4pPr indent="1371600" algn="r">
              <a:buClrTx/>
              <a:buFontTx/>
              <a:defRPr b="1">
                <a:solidFill>
                  <a:srgbClr val="FFFFFF"/>
                </a:solidFill>
              </a:defRPr>
            </a:lvl4pPr>
            <a:lvl5pPr marL="0" indent="1828800" algn="r">
              <a:buClrTx/>
              <a:buSzTx/>
              <a:buFontTx/>
              <a:buNone/>
              <a:defRPr b="1">
                <a:solidFill>
                  <a:srgbClr val="FFFFFF"/>
                </a:solidFill>
              </a:defRPr>
            </a:lvl5pPr>
          </a:lstStyle>
          <a:p>
            <a:r>
              <a:t>Naam van de spreker of datum</a:t>
            </a:r>
          </a:p>
          <a:p>
            <a:pPr lvl="1"/>
            <a:endParaRPr/>
          </a:p>
          <a:p>
            <a:pPr lvl="2"/>
            <a:endParaRPr/>
          </a:p>
          <a:p>
            <a:pPr lvl="3"/>
            <a:endParaRPr/>
          </a:p>
          <a:p>
            <a:pPr lvl="4"/>
            <a:endParaRPr/>
          </a:p>
        </p:txBody>
      </p:sp>
      <p:sp>
        <p:nvSpPr>
          <p:cNvPr id="144" name="Tijdelijke aanduiding voor tekst 49"/>
          <p:cNvSpPr>
            <a:spLocks noGrp="1"/>
          </p:cNvSpPr>
          <p:nvPr>
            <p:ph type="body" idx="21" hasCustomPrompt="1"/>
          </p:nvPr>
        </p:nvSpPr>
        <p:spPr>
          <a:xfrm>
            <a:off x="-10752" y="0"/>
            <a:ext cx="12202753" cy="6858000"/>
          </a:xfrm>
          <a:prstGeom prst="rect">
            <a:avLst/>
          </a:prstGeom>
          <a:solidFill>
            <a:srgbClr val="00A6D6"/>
          </a:solidFill>
        </p:spPr>
        <p:txBody>
          <a:bodyPr>
            <a:normAutofit/>
          </a:bodyPr>
          <a:lstStyle>
            <a:lvl1pPr marL="0" indent="0">
              <a:buClrTx/>
              <a:buSzTx/>
              <a:buNone/>
            </a:lvl1pPr>
          </a:lstStyle>
          <a:p>
            <a:r>
              <a:t>  </a:t>
            </a:r>
          </a:p>
        </p:txBody>
      </p:sp>
      <p:sp>
        <p:nvSpPr>
          <p:cNvPr id="146"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65" name="Picture 64">
            <a:extLst>
              <a:ext uri="{FF2B5EF4-FFF2-40B4-BE49-F238E27FC236}">
                <a16:creationId xmlns:a16="http://schemas.microsoft.com/office/drawing/2014/main" id="{3FD562B1-BCC1-B244-96D2-5173AD7012AE}"/>
              </a:ext>
            </a:extLst>
          </p:cNvPr>
          <p:cNvPicPr>
            <a:picLocks noChangeAspect="1"/>
          </p:cNvPicPr>
          <p:nvPr userDrawn="1"/>
        </p:nvPicPr>
        <p:blipFill>
          <a:blip r:embed="rId2"/>
          <a:stretch>
            <a:fillRect/>
          </a:stretch>
        </p:blipFill>
        <p:spPr>
          <a:xfrm>
            <a:off x="695450" y="5847858"/>
            <a:ext cx="1460500" cy="698500"/>
          </a:xfrm>
          <a:prstGeom prst="rect">
            <a:avLst/>
          </a:prstGeom>
        </p:spPr>
      </p:pic>
      <p:grpSp>
        <p:nvGrpSpPr>
          <p:cNvPr id="2" name="Group 1">
            <a:extLst>
              <a:ext uri="{FF2B5EF4-FFF2-40B4-BE49-F238E27FC236}">
                <a16:creationId xmlns:a16="http://schemas.microsoft.com/office/drawing/2014/main" id="{382AA923-46F9-DC28-518C-889022FF6382}"/>
              </a:ext>
            </a:extLst>
          </p:cNvPr>
          <p:cNvGrpSpPr/>
          <p:nvPr userDrawn="1"/>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11D9C0C2-56A0-31B9-4730-27E5B3D91D63}"/>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01C3B55C-9B2A-8E5A-C717-39227FDF9206}"/>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6D682A6B-2140-6BA9-D1A0-E282F735AD67}"/>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BAC47FDB-9343-E5B5-70D3-070279C21ACC}"/>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CB098A36-1D6A-80CB-1A9B-6AE3B086FC0A}"/>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5582CDEF-6E25-0416-CD64-AF54DD129F46}"/>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AF3EAD47-10F3-097D-8809-6C011FD66889}"/>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7C6AE311-9794-5D57-EC1D-7B187C2C17A4}"/>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314D1E49-F4CB-DD0B-06F8-6B8EAFEAA011}"/>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EFB4D011-D2C7-9DDD-7D99-14C023711847}"/>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25FFB0BB-00EB-7E88-29F5-BBF06F4D4183}"/>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C04D0306-3211-2C29-8CAC-46BD03C6BD20}"/>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B141192D-E473-1305-8D75-7720A67D8D73}"/>
                </a:ext>
              </a:extLst>
            </p:cNvPr>
            <p:cNvSpPr/>
            <p:nvPr userDrawn="1"/>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itelpagina + Beeld">
    <p:spTree>
      <p:nvGrpSpPr>
        <p:cNvPr id="1" name=""/>
        <p:cNvGrpSpPr/>
        <p:nvPr/>
      </p:nvGrpSpPr>
      <p:grpSpPr>
        <a:xfrm>
          <a:off x="0" y="0"/>
          <a:ext cx="0" cy="0"/>
          <a:chOff x="0" y="0"/>
          <a:chExt cx="0" cy="0"/>
        </a:xfrm>
      </p:grpSpPr>
      <p:grpSp>
        <p:nvGrpSpPr>
          <p:cNvPr id="249" name="Group 4"/>
          <p:cNvGrpSpPr/>
          <p:nvPr/>
        </p:nvGrpSpPr>
        <p:grpSpPr>
          <a:xfrm>
            <a:off x="698501" y="5884314"/>
            <a:ext cx="1454912" cy="577167"/>
            <a:chOff x="0" y="0"/>
            <a:chExt cx="1454911" cy="577165"/>
          </a:xfrm>
        </p:grpSpPr>
        <p:sp>
          <p:nvSpPr>
            <p:cNvPr id="24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4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4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50" name="Rechthoek 6"/>
          <p:cNvSpPr/>
          <p:nvPr/>
        </p:nvSpPr>
        <p:spPr>
          <a:xfrm>
            <a:off x="-12032" y="-1"/>
            <a:ext cx="12204032" cy="6858001"/>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251" name="Tekstvak 4"/>
          <p:cNvSpPr txBox="1"/>
          <p:nvPr/>
        </p:nvSpPr>
        <p:spPr>
          <a:xfrm>
            <a:off x="34969" y="-662297"/>
            <a:ext cx="12100562"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Titelpagina</a:t>
            </a:r>
            <a:r>
              <a:rPr dirty="0">
                <a:solidFill>
                  <a:schemeClr val="tx1"/>
                </a:solidFill>
              </a:rPr>
              <a:t> + </a:t>
            </a:r>
            <a:r>
              <a:rPr dirty="0" err="1">
                <a:solidFill>
                  <a:schemeClr val="tx1"/>
                </a:solidFill>
              </a:rPr>
              <a:t>Beeld</a:t>
            </a:r>
            <a:endParaRPr dirty="0">
              <a:solidFill>
                <a:schemeClr val="tx1"/>
              </a:solidFill>
            </a:endParaRPr>
          </a:p>
        </p:txBody>
      </p:sp>
      <p:sp>
        <p:nvSpPr>
          <p:cNvPr id="252" name="Tijdelijke aanduiding voor afbeelding 16"/>
          <p:cNvSpPr>
            <a:spLocks noGrp="1"/>
          </p:cNvSpPr>
          <p:nvPr>
            <p:ph type="pic" idx="21"/>
          </p:nvPr>
        </p:nvSpPr>
        <p:spPr>
          <a:xfrm>
            <a:off x="4852465" y="0"/>
            <a:ext cx="7339534" cy="6858000"/>
          </a:xfrm>
          <a:prstGeom prst="rect">
            <a:avLst/>
          </a:prstGeom>
        </p:spPr>
        <p:txBody>
          <a:bodyPr lIns="91439" tIns="45719" rIns="91439" bIns="45719"/>
          <a:lstStyle/>
          <a:p>
            <a:r>
              <a:rPr lang="en-US"/>
              <a:t>Click icon to add picture</a:t>
            </a:r>
            <a:endParaRPr/>
          </a:p>
        </p:txBody>
      </p:sp>
      <p:sp>
        <p:nvSpPr>
          <p:cNvPr id="253" name="Body Level One…"/>
          <p:cNvSpPr txBox="1">
            <a:spLocks noGrp="1"/>
          </p:cNvSpPr>
          <p:nvPr>
            <p:ph type="body" sz="quarter" idx="1" hasCustomPrompt="1"/>
          </p:nvPr>
        </p:nvSpPr>
        <p:spPr>
          <a:xfrm>
            <a:off x="698500" y="4883660"/>
            <a:ext cx="3729203" cy="248473"/>
          </a:xfrm>
          <a:prstGeom prst="rect">
            <a:avLst/>
          </a:prstGeom>
        </p:spPr>
        <p:txBody>
          <a:bodyPr anchor="ctr">
            <a:normAutofit/>
          </a:bodyPr>
          <a:lstStyle>
            <a:lvl1pPr marL="0" indent="0">
              <a:buClrTx/>
              <a:buSzTx/>
              <a:buNone/>
              <a:defRPr b="1">
                <a:solidFill>
                  <a:srgbClr val="FFFFFF"/>
                </a:solidFill>
              </a:defRPr>
            </a:lvl1pPr>
            <a:lvl2pPr marL="0" indent="457200">
              <a:buClrTx/>
              <a:buSzTx/>
              <a:buNone/>
              <a:defRPr b="1">
                <a:solidFill>
                  <a:srgbClr val="FFFFFF"/>
                </a:solidFill>
              </a:defRPr>
            </a:lvl2pPr>
            <a:lvl3pPr indent="914400">
              <a:buClrTx/>
              <a:buFontTx/>
              <a:defRPr b="1">
                <a:solidFill>
                  <a:srgbClr val="FFFFFF"/>
                </a:solidFill>
              </a:defRPr>
            </a:lvl3pPr>
            <a:lvl4pPr indent="1371600">
              <a:buClrTx/>
              <a:buFontTx/>
              <a:defRPr b="1">
                <a:solidFill>
                  <a:srgbClr val="FFFFFF"/>
                </a:solidFill>
              </a:defRPr>
            </a:lvl4pPr>
            <a:lvl5pPr marL="0" indent="1828800">
              <a:buClrTx/>
              <a:buSzTx/>
              <a:buFontTx/>
              <a:buNone/>
              <a:defRPr b="1">
                <a:solidFill>
                  <a:srgbClr val="FFFFFF"/>
                </a:solidFill>
              </a:defRPr>
            </a:lvl5pPr>
          </a:lstStyle>
          <a:p>
            <a:r>
              <a:t>Naam van de spreker of datum</a:t>
            </a:r>
          </a:p>
          <a:p>
            <a:pPr lvl="1"/>
            <a:endParaRPr/>
          </a:p>
          <a:p>
            <a:pPr lvl="2"/>
            <a:endParaRPr/>
          </a:p>
          <a:p>
            <a:pPr lvl="3"/>
            <a:endParaRPr/>
          </a:p>
          <a:p>
            <a:pPr lvl="4"/>
            <a:endParaRPr/>
          </a:p>
        </p:txBody>
      </p:sp>
      <p:sp>
        <p:nvSpPr>
          <p:cNvPr id="254" name="Tijdelijke aanduiding voor tekst 20"/>
          <p:cNvSpPr>
            <a:spLocks noGrp="1"/>
          </p:cNvSpPr>
          <p:nvPr>
            <p:ph type="body" sz="quarter" idx="22" hasCustomPrompt="1"/>
          </p:nvPr>
        </p:nvSpPr>
        <p:spPr>
          <a:xfrm>
            <a:off x="698499" y="1712684"/>
            <a:ext cx="3729206" cy="2925403"/>
          </a:xfrm>
          <a:prstGeom prst="rect">
            <a:avLst/>
          </a:prstGeom>
        </p:spPr>
        <p:txBody>
          <a:bodyPr anchor="b">
            <a:normAutofit/>
          </a:bodyPr>
          <a:lstStyle>
            <a:lvl1pPr marL="0" indent="0" defTabSz="914400">
              <a:lnSpc>
                <a:spcPct val="100000"/>
              </a:lnSpc>
              <a:spcBef>
                <a:spcPts val="500"/>
              </a:spcBef>
              <a:buClrTx/>
              <a:buSzTx/>
              <a:buNone/>
              <a:defRPr sz="3800">
                <a:solidFill>
                  <a:srgbClr val="FFFFFF"/>
                </a:solidFill>
                <a:latin typeface="Roboto Slab Regular Regular"/>
                <a:ea typeface="Roboto Slab Regular Regular"/>
                <a:cs typeface="Roboto Slab Regular Regular"/>
                <a:sym typeface="Roboto Slab Regular Regular"/>
              </a:defRPr>
            </a:lvl1pPr>
          </a:lstStyle>
          <a:p>
            <a:r>
              <a:t>Plaats hier de titel van de presentatie</a:t>
            </a:r>
          </a:p>
        </p:txBody>
      </p:sp>
      <p:sp>
        <p:nvSpPr>
          <p:cNvPr id="255" name="Tijdelijke aanduiding voor tekst 17"/>
          <p:cNvSpPr>
            <a:spLocks noGrp="1"/>
          </p:cNvSpPr>
          <p:nvPr>
            <p:ph type="body" sz="quarter" idx="23" hasCustomPrompt="1"/>
          </p:nvPr>
        </p:nvSpPr>
        <p:spPr>
          <a:xfrm>
            <a:off x="698500" y="5377708"/>
            <a:ext cx="1454400" cy="7201"/>
          </a:xfrm>
          <a:prstGeom prst="rect">
            <a:avLst/>
          </a:prstGeom>
          <a:solidFill>
            <a:srgbClr val="FFFFFF"/>
          </a:solidFill>
        </p:spPr>
        <p:txBody>
          <a:bodyPr>
            <a:normAutofit/>
          </a:bodyPr>
          <a:lstStyle>
            <a:lvl1pPr marL="0" indent="0" defTabSz="287655">
              <a:spcBef>
                <a:spcPts val="400"/>
              </a:spcBef>
              <a:buClrTx/>
              <a:buSzTx/>
              <a:buNone/>
              <a:defRPr sz="640"/>
            </a:lvl1pPr>
          </a:lstStyle>
          <a:p>
            <a:r>
              <a:t>  </a:t>
            </a:r>
          </a:p>
        </p:txBody>
      </p:sp>
      <p:sp>
        <p:nvSpPr>
          <p:cNvPr id="270"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66" name="Graphic 65">
            <a:extLst>
              <a:ext uri="{FF2B5EF4-FFF2-40B4-BE49-F238E27FC236}">
                <a16:creationId xmlns:a16="http://schemas.microsoft.com/office/drawing/2014/main" id="{C8B2F066-9B7C-C54F-9CB0-80B54583A62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800" y="5846400"/>
            <a:ext cx="1461599" cy="1033080"/>
          </a:xfrm>
          <a:prstGeom prst="rect">
            <a:avLst/>
          </a:prstGeom>
        </p:spPr>
      </p:pic>
      <p:grpSp>
        <p:nvGrpSpPr>
          <p:cNvPr id="2" name="Group 1">
            <a:extLst>
              <a:ext uri="{FF2B5EF4-FFF2-40B4-BE49-F238E27FC236}">
                <a16:creationId xmlns:a16="http://schemas.microsoft.com/office/drawing/2014/main" id="{02B50CF1-612F-C060-EC9D-11D21B0A1799}"/>
              </a:ext>
            </a:extLst>
          </p:cNvPr>
          <p:cNvGrpSpPr/>
          <p:nvPr userDrawn="1"/>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80A00FF6-CF2E-9C2A-6E47-7461846707D2}"/>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CA02188D-4998-43CD-0076-543F61F91DDA}"/>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09096AD9-435A-A381-1168-043019B3F567}"/>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B31B3BAC-DFAD-C18F-11F6-C34B0F6F428C}"/>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C97615D2-672A-6E37-99F7-D29DF5BBA43C}"/>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1F726D08-0AE0-3061-1A51-78B17F760023}"/>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A4E94B4F-C11D-FAA6-B761-279933488E6A}"/>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793567C8-7817-1917-669B-26910BF117D6}"/>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68CFE164-AEC4-F225-A3AB-85E2458E8D2F}"/>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FF94B61B-9672-7610-94A4-D4279C9A0BD0}"/>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6AB3DC84-942B-F659-2230-5CFCA289482E}"/>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B776954E-D2BD-79BD-A366-E25416C20758}"/>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98C886C4-644E-A055-5CF9-86E9D30D1D9B}"/>
                </a:ext>
              </a:extLst>
            </p:cNvPr>
            <p:cNvSpPr/>
            <p:nvPr userDrawn="1"/>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Alleen titel">
    <p:spTree>
      <p:nvGrpSpPr>
        <p:cNvPr id="1" name=""/>
        <p:cNvGrpSpPr/>
        <p:nvPr/>
      </p:nvGrpSpPr>
      <p:grpSpPr>
        <a:xfrm>
          <a:off x="0" y="0"/>
          <a:ext cx="0" cy="0"/>
          <a:chOff x="0" y="0"/>
          <a:chExt cx="0" cy="0"/>
        </a:xfrm>
      </p:grpSpPr>
      <p:grpSp>
        <p:nvGrpSpPr>
          <p:cNvPr id="319" name="Group 4"/>
          <p:cNvGrpSpPr/>
          <p:nvPr/>
        </p:nvGrpSpPr>
        <p:grpSpPr>
          <a:xfrm>
            <a:off x="698501" y="5884314"/>
            <a:ext cx="1454912" cy="577167"/>
            <a:chOff x="0" y="0"/>
            <a:chExt cx="1454911" cy="577165"/>
          </a:xfrm>
        </p:grpSpPr>
        <p:sp>
          <p:nvSpPr>
            <p:cNvPr id="31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1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31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320" name="Plaats hier je titel"/>
          <p:cNvSpPr txBox="1">
            <a:spLocks noGrp="1"/>
          </p:cNvSpPr>
          <p:nvPr>
            <p:ph type="title" hasCustomPrompt="1"/>
          </p:nvPr>
        </p:nvSpPr>
        <p:spPr>
          <a:xfrm>
            <a:off x="698500" y="741499"/>
            <a:ext cx="10775071" cy="490401"/>
          </a:xfrm>
          <a:prstGeom prst="rect">
            <a:avLst/>
          </a:prstGeom>
        </p:spPr>
        <p:txBody>
          <a:bodyPr>
            <a:normAutofit/>
          </a:bodyPr>
          <a:lstStyle/>
          <a:p>
            <a:r>
              <a:t>Plaats hier je titel</a:t>
            </a:r>
          </a:p>
        </p:txBody>
      </p:sp>
      <p:sp>
        <p:nvSpPr>
          <p:cNvPr id="321"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
        <p:nvSpPr>
          <p:cNvPr id="322" name="Tekstvak 4"/>
          <p:cNvSpPr txBox="1"/>
          <p:nvPr/>
        </p:nvSpPr>
        <p:spPr>
          <a:xfrm>
            <a:off x="34969" y="-662297"/>
            <a:ext cx="12100562"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Alleen</a:t>
            </a:r>
            <a:r>
              <a:rPr dirty="0">
                <a:solidFill>
                  <a:schemeClr val="tx1"/>
                </a:solidFill>
              </a:rPr>
              <a:t> </a:t>
            </a:r>
            <a:r>
              <a:rPr dirty="0" err="1">
                <a:solidFill>
                  <a:schemeClr val="tx1"/>
                </a:solidFill>
              </a:rPr>
              <a:t>titel</a:t>
            </a:r>
            <a:endParaRPr dirty="0">
              <a:solidFill>
                <a:schemeClr val="tx1"/>
              </a:solidFill>
            </a:endParaRPr>
          </a:p>
        </p:txBody>
      </p:sp>
      <p:grpSp>
        <p:nvGrpSpPr>
          <p:cNvPr id="2" name="Group 1">
            <a:extLst>
              <a:ext uri="{FF2B5EF4-FFF2-40B4-BE49-F238E27FC236}">
                <a16:creationId xmlns:a16="http://schemas.microsoft.com/office/drawing/2014/main" id="{0054E7C0-9350-90E0-F151-558E86C53381}"/>
              </a:ext>
            </a:extLst>
          </p:cNvPr>
          <p:cNvGrpSpPr/>
          <p:nvPr userDrawn="1"/>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83E98F15-C91A-1263-DA52-3DC5443B692E}"/>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8B19F899-4677-10F5-1C00-01C15C8AD1EC}"/>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58E6F438-02C2-0D7C-739F-607A172E3FFE}"/>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AE4868A2-EEAD-692C-2E66-BBA1A199D06F}"/>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B4AAD0CB-B038-2F3A-B9E0-EB2EF9D120EF}"/>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2BAFE4A7-DC05-0430-5A1B-F0389E257CFE}"/>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8D63D877-D292-BB54-B563-E77DB6886F01}"/>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437DBAF1-34D3-491C-918D-BB7B7FCACFF7}"/>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A8D9D3F1-1E1C-D9AA-DE16-65EDBB669E27}"/>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61DF3162-491D-115D-770D-3F4A27644146}"/>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3EFDD170-A78E-0147-9C3E-6BCF611E0C0E}"/>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087CE1CE-D31A-0D62-57FA-F6A471D55363}"/>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C96B1008-5B63-C5DB-A39E-FC97CAE7BC61}"/>
                </a:ext>
              </a:extLst>
            </p:cNvPr>
            <p:cNvSpPr/>
            <p:nvPr userDrawn="1"/>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ekst">
    <p:spTree>
      <p:nvGrpSpPr>
        <p:cNvPr id="1" name=""/>
        <p:cNvGrpSpPr/>
        <p:nvPr/>
      </p:nvGrpSpPr>
      <p:grpSpPr>
        <a:xfrm>
          <a:off x="0" y="0"/>
          <a:ext cx="0" cy="0"/>
          <a:chOff x="0" y="0"/>
          <a:chExt cx="0" cy="0"/>
        </a:xfrm>
      </p:grpSpPr>
      <p:grpSp>
        <p:nvGrpSpPr>
          <p:cNvPr id="371" name="Group 4"/>
          <p:cNvGrpSpPr/>
          <p:nvPr/>
        </p:nvGrpSpPr>
        <p:grpSpPr>
          <a:xfrm>
            <a:off x="698501" y="5884314"/>
            <a:ext cx="1454912" cy="577167"/>
            <a:chOff x="0" y="0"/>
            <a:chExt cx="1454911" cy="577165"/>
          </a:xfrm>
        </p:grpSpPr>
        <p:sp>
          <p:nvSpPr>
            <p:cNvPr id="363"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64"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5"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6"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7"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368"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9"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70"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372" name="Plaats hier je titel"/>
          <p:cNvSpPr txBox="1">
            <a:spLocks noGrp="1"/>
          </p:cNvSpPr>
          <p:nvPr>
            <p:ph type="title" hasCustomPrompt="1"/>
          </p:nvPr>
        </p:nvSpPr>
        <p:spPr>
          <a:xfrm>
            <a:off x="698500" y="741499"/>
            <a:ext cx="10775071" cy="490401"/>
          </a:xfrm>
          <a:prstGeom prst="rect">
            <a:avLst/>
          </a:prstGeom>
        </p:spPr>
        <p:txBody>
          <a:bodyPr>
            <a:normAutofit/>
          </a:bodyPr>
          <a:lstStyle/>
          <a:p>
            <a:r>
              <a:t>Plaats hier je titel</a:t>
            </a:r>
          </a:p>
        </p:txBody>
      </p:sp>
      <p:sp>
        <p:nvSpPr>
          <p:cNvPr id="373" name="Body Level One…"/>
          <p:cNvSpPr txBox="1">
            <a:spLocks noGrp="1"/>
          </p:cNvSpPr>
          <p:nvPr>
            <p:ph type="body" idx="1" hasCustomPrompt="1"/>
          </p:nvPr>
        </p:nvSpPr>
        <p:spPr>
          <a:xfrm>
            <a:off x="698500" y="1591900"/>
            <a:ext cx="10773500" cy="4356464"/>
          </a:xfrm>
          <a:prstGeom prst="rect">
            <a:avLst/>
          </a:prstGeom>
        </p:spPr>
        <p:txBody>
          <a:bodyPr>
            <a:normAutofit/>
          </a:bodyPr>
          <a:lstStyle/>
          <a:p>
            <a:r>
              <a:t>Klik hier om een bullet te plaatsen.</a:t>
            </a:r>
          </a:p>
          <a:p>
            <a:pPr lvl="1"/>
            <a:endParaRPr/>
          </a:p>
          <a:p>
            <a:pPr lvl="2"/>
            <a:endParaRPr/>
          </a:p>
          <a:p>
            <a:pPr lvl="3"/>
            <a:endParaRPr/>
          </a:p>
          <a:p>
            <a:pPr lvl="4"/>
            <a:endParaRPr/>
          </a:p>
        </p:txBody>
      </p:sp>
      <p:sp>
        <p:nvSpPr>
          <p:cNvPr id="374"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
        <p:nvSpPr>
          <p:cNvPr id="375" name="Tekstvak 6"/>
          <p:cNvSpPr txBox="1"/>
          <p:nvPr/>
        </p:nvSpPr>
        <p:spPr>
          <a:xfrm>
            <a:off x="34969" y="-662297"/>
            <a:ext cx="12100562"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Tekst</a:t>
            </a:r>
            <a:endParaRPr dirty="0">
              <a:solidFill>
                <a:schemeClr val="tx1"/>
              </a:solidFill>
            </a:endParaRPr>
          </a:p>
        </p:txBody>
      </p:sp>
      <p:grpSp>
        <p:nvGrpSpPr>
          <p:cNvPr id="2" name="Group 1">
            <a:extLst>
              <a:ext uri="{FF2B5EF4-FFF2-40B4-BE49-F238E27FC236}">
                <a16:creationId xmlns:a16="http://schemas.microsoft.com/office/drawing/2014/main" id="{BB7D0D04-A7B8-9871-63C5-D803E26CDE62}"/>
              </a:ext>
            </a:extLst>
          </p:cNvPr>
          <p:cNvGrpSpPr/>
          <p:nvPr userDrawn="1"/>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C3542BCA-EFD5-214C-2C37-D7385725B694}"/>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1C02F91D-2B71-9D26-A257-FB0FA8A5FF46}"/>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82A5AC28-824F-EE92-6223-593D4D0675F4}"/>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93A002A4-98B6-C14D-E3F7-4F2E181F4617}"/>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56415D4F-04A3-9581-6C56-F02BA40059DA}"/>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4ED131E9-9BE0-D1B5-FB9F-2347002CEE66}"/>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3EA0CC4E-22B9-454D-FA06-384E47D67176}"/>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B388D65F-61B5-CA19-F236-254639CD3326}"/>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439CD43D-8F8E-F7AD-E5C9-CDCD32086EF7}"/>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25596DB7-661A-F05D-9529-DD78F35FCDAB}"/>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AF975C06-57A0-A820-20F3-462C94B1E7C8}"/>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E6F685F0-DF6E-15F0-881D-F0F1EEF3EAD7}"/>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7647FC8A-2B0B-7D35-8B33-2F0662F7D5F9}"/>
                </a:ext>
              </a:extLst>
            </p:cNvPr>
            <p:cNvSpPr/>
            <p:nvPr userDrawn="1"/>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Grafiek">
    <p:spTree>
      <p:nvGrpSpPr>
        <p:cNvPr id="1" name=""/>
        <p:cNvGrpSpPr/>
        <p:nvPr/>
      </p:nvGrpSpPr>
      <p:grpSpPr>
        <a:xfrm>
          <a:off x="0" y="0"/>
          <a:ext cx="0" cy="0"/>
          <a:chOff x="0" y="0"/>
          <a:chExt cx="0" cy="0"/>
        </a:xfrm>
      </p:grpSpPr>
      <p:grpSp>
        <p:nvGrpSpPr>
          <p:cNvPr id="2331" name="Group 4"/>
          <p:cNvGrpSpPr/>
          <p:nvPr/>
        </p:nvGrpSpPr>
        <p:grpSpPr>
          <a:xfrm>
            <a:off x="698501" y="5884314"/>
            <a:ext cx="1454912" cy="577167"/>
            <a:chOff x="0" y="0"/>
            <a:chExt cx="1454911" cy="577165"/>
          </a:xfrm>
        </p:grpSpPr>
        <p:sp>
          <p:nvSpPr>
            <p:cNvPr id="2323"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324"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5"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6"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7"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328"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9"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30"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332" name="Plaats hier je titel"/>
          <p:cNvSpPr txBox="1">
            <a:spLocks noGrp="1"/>
          </p:cNvSpPr>
          <p:nvPr>
            <p:ph type="title" hasCustomPrompt="1"/>
          </p:nvPr>
        </p:nvSpPr>
        <p:spPr>
          <a:xfrm>
            <a:off x="698500" y="741499"/>
            <a:ext cx="10795000" cy="490401"/>
          </a:xfrm>
          <a:prstGeom prst="rect">
            <a:avLst/>
          </a:prstGeom>
        </p:spPr>
        <p:txBody>
          <a:bodyPr>
            <a:normAutofit/>
          </a:bodyPr>
          <a:lstStyle/>
          <a:p>
            <a:r>
              <a:t>Plaats hier je titel</a:t>
            </a:r>
          </a:p>
        </p:txBody>
      </p:sp>
      <p:sp>
        <p:nvSpPr>
          <p:cNvPr id="2333"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
        <p:nvSpPr>
          <p:cNvPr id="2334" name="Tekstvak 6"/>
          <p:cNvSpPr txBox="1"/>
          <p:nvPr/>
        </p:nvSpPr>
        <p:spPr>
          <a:xfrm>
            <a:off x="34969" y="-662297"/>
            <a:ext cx="12100562"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Grafiek</a:t>
            </a:r>
            <a:endParaRPr dirty="0">
              <a:solidFill>
                <a:schemeClr val="tx1"/>
              </a:solidFill>
            </a:endParaRPr>
          </a:p>
        </p:txBody>
      </p:sp>
      <p:grpSp>
        <p:nvGrpSpPr>
          <p:cNvPr id="2" name="Group 1">
            <a:extLst>
              <a:ext uri="{FF2B5EF4-FFF2-40B4-BE49-F238E27FC236}">
                <a16:creationId xmlns:a16="http://schemas.microsoft.com/office/drawing/2014/main" id="{4E1CA079-7CBF-B91F-5CB8-401A51A1E634}"/>
              </a:ext>
            </a:extLst>
          </p:cNvPr>
          <p:cNvGrpSpPr/>
          <p:nvPr userDrawn="1"/>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0B169872-AFE0-6EAE-F6B7-034DA7101A78}"/>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2C6B3377-F245-DB58-C7E4-A1B2D1AEFE1E}"/>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837A38FB-EE52-4069-8551-BDEC3AF42E7F}"/>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8E60CCF5-7F0B-E747-F953-BFC25E4A011B}"/>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A8EEFBD2-9FEA-EB4F-A649-B9F97B4EBF7F}"/>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18A6AE23-DD53-3A0A-ECA9-10D420CAAA7F}"/>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4E8839AD-4C5B-CC1E-52E8-EDA364F8A625}"/>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A5B6687C-4F3A-C717-CE47-2B4150F46740}"/>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B377702F-4F79-EBE0-5C11-B3479AEDE221}"/>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0FC282DE-7B99-7E83-DAA8-2775636C6B4D}"/>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CEC469FB-CDBA-BB12-CB0A-25435EB735A2}"/>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BB967D2D-AD1F-D9CB-E448-C0D4AF4B7330}"/>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CEE9904E-C4D9-E555-A334-0EAD8E526056}"/>
                </a:ext>
              </a:extLst>
            </p:cNvPr>
            <p:cNvSpPr/>
            <p:nvPr userDrawn="1"/>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Vlam Volledig">
    <p:spTree>
      <p:nvGrpSpPr>
        <p:cNvPr id="1" name=""/>
        <p:cNvGrpSpPr/>
        <p:nvPr/>
      </p:nvGrpSpPr>
      <p:grpSpPr>
        <a:xfrm>
          <a:off x="0" y="0"/>
          <a:ext cx="0" cy="0"/>
          <a:chOff x="0" y="0"/>
          <a:chExt cx="0" cy="0"/>
        </a:xfrm>
      </p:grpSpPr>
      <p:grpSp>
        <p:nvGrpSpPr>
          <p:cNvPr id="2733" name="Group 4"/>
          <p:cNvGrpSpPr/>
          <p:nvPr/>
        </p:nvGrpSpPr>
        <p:grpSpPr>
          <a:xfrm>
            <a:off x="698501" y="5884314"/>
            <a:ext cx="1454912" cy="577167"/>
            <a:chOff x="0" y="0"/>
            <a:chExt cx="1454911" cy="577165"/>
          </a:xfrm>
        </p:grpSpPr>
        <p:sp>
          <p:nvSpPr>
            <p:cNvPr id="2725"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726"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727"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728"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729"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730"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731"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732"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734" name="Body Level One…"/>
          <p:cNvSpPr txBox="1">
            <a:spLocks noGrp="1"/>
          </p:cNvSpPr>
          <p:nvPr>
            <p:ph type="body" sz="half" idx="1" hasCustomPrompt="1"/>
          </p:nvPr>
        </p:nvSpPr>
        <p:spPr>
          <a:xfrm>
            <a:off x="3832304" y="949720"/>
            <a:ext cx="4841798" cy="4746093"/>
          </a:xfrm>
          <a:prstGeom prst="rect">
            <a:avLst/>
          </a:prstGeom>
          <a:solidFill>
            <a:srgbClr val="00A6D6"/>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2735" name="Tekstvak 6"/>
          <p:cNvSpPr txBox="1"/>
          <p:nvPr/>
        </p:nvSpPr>
        <p:spPr>
          <a:xfrm>
            <a:off x="34969" y="-662297"/>
            <a:ext cx="12100562"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Vlam</a:t>
            </a:r>
            <a:r>
              <a:rPr dirty="0">
                <a:solidFill>
                  <a:schemeClr val="tx1"/>
                </a:solidFill>
              </a:rPr>
              <a:t> </a:t>
            </a:r>
            <a:r>
              <a:rPr dirty="0" err="1">
                <a:solidFill>
                  <a:schemeClr val="tx1"/>
                </a:solidFill>
              </a:rPr>
              <a:t>Volledig</a:t>
            </a:r>
            <a:endParaRPr dirty="0">
              <a:solidFill>
                <a:schemeClr val="tx1"/>
              </a:solidFill>
            </a:endParaRPr>
          </a:p>
        </p:txBody>
      </p:sp>
      <p:sp>
        <p:nvSpPr>
          <p:cNvPr id="2849"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grpSp>
        <p:nvGrpSpPr>
          <p:cNvPr id="2862" name="Groep 188"/>
          <p:cNvGrpSpPr/>
          <p:nvPr/>
        </p:nvGrpSpPr>
        <p:grpSpPr>
          <a:xfrm>
            <a:off x="411290" y="390843"/>
            <a:ext cx="2591201" cy="1583830"/>
            <a:chOff x="0" y="0"/>
            <a:chExt cx="2591200" cy="1583828"/>
          </a:xfrm>
        </p:grpSpPr>
        <p:sp>
          <p:nvSpPr>
            <p:cNvPr id="2850" name="Rechthoek 191"/>
            <p:cNvSpPr/>
            <p:nvPr/>
          </p:nvSpPr>
          <p:spPr>
            <a:xfrm>
              <a:off x="0" y="-1"/>
              <a:ext cx="2591201" cy="1583830"/>
            </a:xfrm>
            <a:prstGeom prst="rect">
              <a:avLst/>
            </a:prstGeom>
            <a:solidFill>
              <a:srgbClr val="F2F2F2"/>
            </a:solidFill>
            <a:ln w="3175" cap="flat">
              <a:solidFill>
                <a:srgbClr val="BFBFBF"/>
              </a:solidFill>
              <a:prstDash val="solid"/>
              <a:miter lim="800000"/>
            </a:ln>
            <a:effectLst/>
          </p:spPr>
          <p:txBody>
            <a:bodyPr wrap="square" lIns="45719" tIns="45719" rIns="45719" bIns="45719" numCol="1" anchor="ctr">
              <a:noAutofit/>
            </a:bodyPr>
            <a:lstStyle/>
            <a:p>
              <a:pPr>
                <a:lnSpc>
                  <a:spcPct val="90000"/>
                </a:lnSpc>
                <a:spcBef>
                  <a:spcPts val="600"/>
                </a:spcBef>
                <a:defRPr sz="1400" b="1" cap="all">
                  <a:solidFill>
                    <a:srgbClr val="FFFFFF"/>
                  </a:solidFill>
                  <a:latin typeface="+mj-lt"/>
                  <a:ea typeface="+mj-ea"/>
                  <a:cs typeface="+mj-cs"/>
                  <a:sym typeface="Calibri"/>
                </a:defRPr>
              </a:pPr>
              <a:endParaRPr/>
            </a:p>
          </p:txBody>
        </p:sp>
        <p:grpSp>
          <p:nvGrpSpPr>
            <p:cNvPr id="2853" name="Rechthoek 192"/>
            <p:cNvGrpSpPr/>
            <p:nvPr/>
          </p:nvGrpSpPr>
          <p:grpSpPr>
            <a:xfrm>
              <a:off x="98270" y="102557"/>
              <a:ext cx="2412001" cy="252001"/>
              <a:chOff x="0" y="0"/>
              <a:chExt cx="2412000" cy="252000"/>
            </a:xfrm>
          </p:grpSpPr>
          <p:sp>
            <p:nvSpPr>
              <p:cNvPr id="2851" name="Rectangle"/>
              <p:cNvSpPr/>
              <p:nvPr/>
            </p:nvSpPr>
            <p:spPr>
              <a:xfrm>
                <a:off x="-1" y="-1"/>
                <a:ext cx="2412002" cy="252002"/>
              </a:xfrm>
              <a:prstGeom prst="rect">
                <a:avLst/>
              </a:prstGeom>
              <a:solidFill>
                <a:srgbClr val="211F26"/>
              </a:solidFill>
              <a:ln w="12700" cap="flat">
                <a:noFill/>
                <a:miter lim="400000"/>
              </a:ln>
              <a:effectLst/>
            </p:spPr>
            <p:txBody>
              <a:bodyPr wrap="square" lIns="45719" tIns="45719" rIns="45719" bIns="45719" numCol="1" anchor="ctr">
                <a:noAutofit/>
              </a:bodyPr>
              <a:lstStyle/>
              <a:p>
                <a:pPr>
                  <a:lnSpc>
                    <a:spcPct val="90000"/>
                  </a:lnSpc>
                  <a:spcBef>
                    <a:spcPts val="600"/>
                  </a:spcBef>
                  <a:defRPr>
                    <a:solidFill>
                      <a:srgbClr val="FFFFFF"/>
                    </a:solidFill>
                  </a:defRPr>
                </a:pPr>
                <a:endParaRPr/>
              </a:p>
            </p:txBody>
          </p:sp>
          <p:sp>
            <p:nvSpPr>
              <p:cNvPr id="2852" name="Vlam gebruiken"/>
              <p:cNvSpPr txBox="1"/>
              <p:nvPr/>
            </p:nvSpPr>
            <p:spPr>
              <a:xfrm>
                <a:off x="107999" y="18050"/>
                <a:ext cx="2304002" cy="2159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nSpc>
                    <a:spcPct val="90000"/>
                  </a:lnSpc>
                  <a:spcBef>
                    <a:spcPts val="600"/>
                  </a:spcBef>
                  <a:defRPr sz="1400" b="1" cap="all">
                    <a:solidFill>
                      <a:srgbClr val="FFFFFF"/>
                    </a:solidFill>
                    <a:latin typeface="+mj-lt"/>
                    <a:ea typeface="+mj-ea"/>
                    <a:cs typeface="+mj-cs"/>
                    <a:sym typeface="Calibri"/>
                  </a:defRPr>
                </a:lvl1pPr>
              </a:lstStyle>
              <a:p>
                <a:r>
                  <a:t>Vlam gebruiken</a:t>
                </a:r>
              </a:p>
            </p:txBody>
          </p:sp>
        </p:grpSp>
        <p:grpSp>
          <p:nvGrpSpPr>
            <p:cNvPr id="2856" name="Ovaal 193"/>
            <p:cNvGrpSpPr/>
            <p:nvPr/>
          </p:nvGrpSpPr>
          <p:grpSpPr>
            <a:xfrm>
              <a:off x="98269" y="498484"/>
              <a:ext cx="260915" cy="269241"/>
              <a:chOff x="0" y="0"/>
              <a:chExt cx="260914" cy="269240"/>
            </a:xfrm>
          </p:grpSpPr>
          <p:sp>
            <p:nvSpPr>
              <p:cNvPr id="2854" name="Oval"/>
              <p:cNvSpPr/>
              <p:nvPr/>
            </p:nvSpPr>
            <p:spPr>
              <a:xfrm>
                <a:off x="0" y="4778"/>
                <a:ext cx="260915" cy="259685"/>
              </a:xfrm>
              <a:prstGeom prst="ellipse">
                <a:avLst/>
              </a:prstGeom>
              <a:solidFill>
                <a:srgbClr val="211F26"/>
              </a:solidFill>
              <a:ln w="12700" cap="flat">
                <a:noFill/>
                <a:miter lim="400000"/>
              </a:ln>
              <a:effectLst/>
            </p:spPr>
            <p:txBody>
              <a:bodyPr wrap="square" lIns="45719" tIns="45719" rIns="45719" bIns="45719" numCol="1" anchor="ctr">
                <a:noAutofit/>
              </a:bodyPr>
              <a:lstStyle/>
              <a:p>
                <a:pPr algn="ctr"/>
                <a:endParaRPr/>
              </a:p>
            </p:txBody>
          </p:sp>
          <p:sp>
            <p:nvSpPr>
              <p:cNvPr id="2855" name="1"/>
              <p:cNvSpPr txBox="1"/>
              <p:nvPr/>
            </p:nvSpPr>
            <p:spPr>
              <a:xfrm>
                <a:off x="83930" y="0"/>
                <a:ext cx="93055" cy="2692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200" b="1">
                    <a:solidFill>
                      <a:srgbClr val="FFFFFF"/>
                    </a:solidFill>
                    <a:latin typeface="+mj-lt"/>
                    <a:ea typeface="+mj-ea"/>
                    <a:cs typeface="+mj-cs"/>
                    <a:sym typeface="Calibri"/>
                  </a:defRPr>
                </a:lvl1pPr>
              </a:lstStyle>
              <a:p>
                <a:r>
                  <a:t>1</a:t>
                </a:r>
              </a:p>
            </p:txBody>
          </p:sp>
        </p:grpSp>
        <p:sp>
          <p:nvSpPr>
            <p:cNvPr id="2857" name="Rechthoek 194"/>
            <p:cNvSpPr txBox="1"/>
            <p:nvPr/>
          </p:nvSpPr>
          <p:spPr>
            <a:xfrm>
              <a:off x="463951" y="503263"/>
              <a:ext cx="2067635" cy="3302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p>
              <a:pPr>
                <a:defRPr sz="1100">
                  <a:solidFill>
                    <a:srgbClr val="211F26"/>
                  </a:solidFill>
                  <a:latin typeface="+mj-lt"/>
                  <a:ea typeface="+mj-ea"/>
                  <a:cs typeface="+mj-cs"/>
                  <a:sym typeface="Calibri"/>
                </a:defRPr>
              </a:pPr>
              <a:r>
                <a:t>Selecteer de vlam. Klik rechter-muisknop en kies </a:t>
              </a:r>
              <a:r>
                <a:rPr b="1"/>
                <a:t>‘Kopiëren’</a:t>
              </a:r>
              <a:r>
                <a:t>. </a:t>
              </a:r>
            </a:p>
          </p:txBody>
        </p:sp>
        <p:grpSp>
          <p:nvGrpSpPr>
            <p:cNvPr id="2860" name="Ovaal 195"/>
            <p:cNvGrpSpPr/>
            <p:nvPr/>
          </p:nvGrpSpPr>
          <p:grpSpPr>
            <a:xfrm>
              <a:off x="98269" y="934809"/>
              <a:ext cx="260915" cy="269241"/>
              <a:chOff x="0" y="0"/>
              <a:chExt cx="260914" cy="269240"/>
            </a:xfrm>
          </p:grpSpPr>
          <p:sp>
            <p:nvSpPr>
              <p:cNvPr id="2858" name="Oval"/>
              <p:cNvSpPr/>
              <p:nvPr/>
            </p:nvSpPr>
            <p:spPr>
              <a:xfrm>
                <a:off x="0" y="4778"/>
                <a:ext cx="260915" cy="259685"/>
              </a:xfrm>
              <a:prstGeom prst="ellipse">
                <a:avLst/>
              </a:prstGeom>
              <a:solidFill>
                <a:srgbClr val="211F26"/>
              </a:solidFill>
              <a:ln w="12700" cap="flat">
                <a:noFill/>
                <a:miter lim="400000"/>
              </a:ln>
              <a:effectLst/>
            </p:spPr>
            <p:txBody>
              <a:bodyPr wrap="square" lIns="45719" tIns="45719" rIns="45719" bIns="45719" numCol="1" anchor="ctr">
                <a:noAutofit/>
              </a:bodyPr>
              <a:lstStyle/>
              <a:p>
                <a:pPr algn="ctr"/>
                <a:endParaRPr/>
              </a:p>
            </p:txBody>
          </p:sp>
          <p:sp>
            <p:nvSpPr>
              <p:cNvPr id="2859" name="2"/>
              <p:cNvSpPr txBox="1"/>
              <p:nvPr/>
            </p:nvSpPr>
            <p:spPr>
              <a:xfrm>
                <a:off x="83930" y="0"/>
                <a:ext cx="93055" cy="2692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200" b="1">
                    <a:solidFill>
                      <a:srgbClr val="FFFFFF"/>
                    </a:solidFill>
                    <a:latin typeface="+mj-lt"/>
                    <a:ea typeface="+mj-ea"/>
                    <a:cs typeface="+mj-cs"/>
                    <a:sym typeface="Calibri"/>
                  </a:defRPr>
                </a:lvl1pPr>
              </a:lstStyle>
              <a:p>
                <a:r>
                  <a:t>2</a:t>
                </a:r>
              </a:p>
            </p:txBody>
          </p:sp>
        </p:grpSp>
        <p:sp>
          <p:nvSpPr>
            <p:cNvPr id="2861" name="Rechthoek 196"/>
            <p:cNvSpPr txBox="1"/>
            <p:nvPr/>
          </p:nvSpPr>
          <p:spPr>
            <a:xfrm>
              <a:off x="463951" y="939589"/>
              <a:ext cx="2067635" cy="495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sz="1100">
                  <a:solidFill>
                    <a:srgbClr val="211F26"/>
                  </a:solidFill>
                  <a:latin typeface="+mj-lt"/>
                  <a:ea typeface="+mj-ea"/>
                  <a:cs typeface="+mj-cs"/>
                  <a:sym typeface="Calibri"/>
                </a:defRPr>
              </a:lvl1pPr>
            </a:lstStyle>
            <a:p>
              <a:r>
                <a:t>Plak deze op de gewenste slide. Klik rechtermuisknop om de vlam een opvulkleur te geven.</a:t>
              </a:r>
            </a:p>
          </p:txBody>
        </p:sp>
      </p:grpSp>
      <p:grpSp>
        <p:nvGrpSpPr>
          <p:cNvPr id="2" name="Group 1">
            <a:extLst>
              <a:ext uri="{FF2B5EF4-FFF2-40B4-BE49-F238E27FC236}">
                <a16:creationId xmlns:a16="http://schemas.microsoft.com/office/drawing/2014/main" id="{ED984F7B-E29B-FAB8-7604-98947FE1747E}"/>
              </a:ext>
            </a:extLst>
          </p:cNvPr>
          <p:cNvGrpSpPr/>
          <p:nvPr userDrawn="1"/>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C1D9EF6E-2201-58BB-F48E-DB77A38AC4FA}"/>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51D6878F-962E-7B85-2734-CB6DFCA5C556}"/>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24D991C7-E7FC-1101-A057-F0FE1FFB6798}"/>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D555B84A-E2BD-B53F-A1AD-59596C2F92B3}"/>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1DCB3993-33DB-65D1-A206-8F66A3CC6535}"/>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2B038062-FC79-870C-024C-BF4E18736A48}"/>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81E54AC3-A29E-A82D-23BA-C29873B893E7}"/>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3D589313-A01B-E37B-F3FC-81498B4D3F83}"/>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9AADE2F5-4E71-8844-009A-BA2BC9FDC2B7}"/>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3E64C5FA-2548-CBA5-4667-90D3E9884A3C}"/>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54E17D86-4CDE-128F-3570-C2CBB04DF93A}"/>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8760D94C-BCEF-EF37-6D92-AD17E00D70C0}"/>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AB362044-982F-F9C9-E8F1-5FED3E9759C0}"/>
                </a:ext>
              </a:extLst>
            </p:cNvPr>
            <p:cNvSpPr/>
            <p:nvPr userDrawn="1"/>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FEEDBACK">
    <p:spTree>
      <p:nvGrpSpPr>
        <p:cNvPr id="1" name=""/>
        <p:cNvGrpSpPr/>
        <p:nvPr/>
      </p:nvGrpSpPr>
      <p:grpSpPr>
        <a:xfrm>
          <a:off x="0" y="0"/>
          <a:ext cx="0" cy="0"/>
          <a:chOff x="0" y="0"/>
          <a:chExt cx="0" cy="0"/>
        </a:xfrm>
      </p:grpSpPr>
      <p:sp>
        <p:nvSpPr>
          <p:cNvPr id="2869" name="Rechthoek 92"/>
          <p:cNvSpPr/>
          <p:nvPr/>
        </p:nvSpPr>
        <p:spPr>
          <a:xfrm>
            <a:off x="7321053" y="-1"/>
            <a:ext cx="4879988" cy="6858001"/>
          </a:xfrm>
          <a:prstGeom prst="rect">
            <a:avLst/>
          </a:prstGeom>
          <a:blipFill>
            <a:blip r:embed="rId2"/>
          </a:blipFill>
          <a:ln w="12700">
            <a:miter lim="400000"/>
          </a:ln>
        </p:spPr>
        <p:txBody>
          <a:bodyPr lIns="45719" rIns="45719" anchor="ctr"/>
          <a:lstStyle/>
          <a:p>
            <a:pPr algn="ctr">
              <a:lnSpc>
                <a:spcPct val="90000"/>
              </a:lnSpc>
              <a:spcBef>
                <a:spcPts val="600"/>
              </a:spcBef>
              <a:defRPr sz="1600" b="1" cap="all">
                <a:solidFill>
                  <a:srgbClr val="FFFFFF"/>
                </a:solidFill>
                <a:latin typeface="Segoe UI"/>
                <a:ea typeface="Segoe UI"/>
                <a:cs typeface="Segoe UI"/>
                <a:sym typeface="Segoe UI"/>
              </a:defRPr>
            </a:pPr>
            <a:endParaRPr/>
          </a:p>
        </p:txBody>
      </p:sp>
      <p:sp>
        <p:nvSpPr>
          <p:cNvPr id="2870" name="Rechthoek 106"/>
          <p:cNvSpPr/>
          <p:nvPr/>
        </p:nvSpPr>
        <p:spPr>
          <a:xfrm>
            <a:off x="8038137" y="5412432"/>
            <a:ext cx="4128041" cy="438315"/>
          </a:xfrm>
          <a:prstGeom prst="rect">
            <a:avLst/>
          </a:prstGeom>
          <a:solidFill>
            <a:srgbClr val="EBECEC"/>
          </a:solidFill>
          <a:ln w="12700">
            <a:miter lim="400000"/>
          </a:ln>
        </p:spPr>
        <p:txBody>
          <a:bodyPr lIns="45719" rIns="45719" anchor="ctr"/>
          <a:lstStyle/>
          <a:p>
            <a:pPr algn="ctr">
              <a:defRPr>
                <a:solidFill>
                  <a:srgbClr val="FFFFFF"/>
                </a:solidFill>
                <a:latin typeface="+mj-lt"/>
                <a:ea typeface="+mj-ea"/>
                <a:cs typeface="+mj-cs"/>
                <a:sym typeface="Calibri"/>
              </a:defRPr>
            </a:pPr>
            <a:endParaRPr/>
          </a:p>
        </p:txBody>
      </p:sp>
      <p:sp>
        <p:nvSpPr>
          <p:cNvPr id="2871" name="Rechthoek 102"/>
          <p:cNvSpPr/>
          <p:nvPr/>
        </p:nvSpPr>
        <p:spPr>
          <a:xfrm>
            <a:off x="8741151" y="2659585"/>
            <a:ext cx="3459891" cy="272286"/>
          </a:xfrm>
          <a:prstGeom prst="rect">
            <a:avLst/>
          </a:prstGeom>
          <a:solidFill>
            <a:srgbClr val="EBECEC"/>
          </a:solidFill>
          <a:ln w="12700">
            <a:miter lim="400000"/>
          </a:ln>
        </p:spPr>
        <p:txBody>
          <a:bodyPr lIns="45719" rIns="45719" anchor="ctr"/>
          <a:lstStyle/>
          <a:p>
            <a:pPr algn="ctr">
              <a:defRPr>
                <a:solidFill>
                  <a:srgbClr val="FFFFFF"/>
                </a:solidFill>
                <a:latin typeface="+mj-lt"/>
                <a:ea typeface="+mj-ea"/>
                <a:cs typeface="+mj-cs"/>
                <a:sym typeface="Calibri"/>
              </a:defRPr>
            </a:pPr>
            <a:endParaRPr/>
          </a:p>
        </p:txBody>
      </p:sp>
      <p:sp>
        <p:nvSpPr>
          <p:cNvPr id="2872" name="Rechthoek 103"/>
          <p:cNvSpPr/>
          <p:nvPr/>
        </p:nvSpPr>
        <p:spPr>
          <a:xfrm>
            <a:off x="8741151" y="3160240"/>
            <a:ext cx="3459891" cy="463757"/>
          </a:xfrm>
          <a:prstGeom prst="rect">
            <a:avLst/>
          </a:prstGeom>
          <a:solidFill>
            <a:srgbClr val="EBECEC"/>
          </a:solidFill>
          <a:ln w="12700">
            <a:miter lim="400000"/>
          </a:ln>
        </p:spPr>
        <p:txBody>
          <a:bodyPr lIns="45719" rIns="45719" anchor="ctr"/>
          <a:lstStyle/>
          <a:p>
            <a:pPr algn="ctr">
              <a:defRPr>
                <a:solidFill>
                  <a:srgbClr val="FFFFFF"/>
                </a:solidFill>
                <a:latin typeface="+mj-lt"/>
                <a:ea typeface="+mj-ea"/>
                <a:cs typeface="+mj-cs"/>
                <a:sym typeface="Calibri"/>
              </a:defRPr>
            </a:pPr>
            <a:endParaRPr/>
          </a:p>
        </p:txBody>
      </p:sp>
      <p:sp>
        <p:nvSpPr>
          <p:cNvPr id="2873" name="Rechthoek 104"/>
          <p:cNvSpPr/>
          <p:nvPr/>
        </p:nvSpPr>
        <p:spPr>
          <a:xfrm>
            <a:off x="8741151" y="3751522"/>
            <a:ext cx="3459891" cy="791392"/>
          </a:xfrm>
          <a:prstGeom prst="rect">
            <a:avLst/>
          </a:prstGeom>
          <a:solidFill>
            <a:srgbClr val="EBECEC"/>
          </a:solidFill>
          <a:ln w="12700">
            <a:miter lim="400000"/>
          </a:ln>
        </p:spPr>
        <p:txBody>
          <a:bodyPr lIns="45719" rIns="45719" anchor="ctr"/>
          <a:lstStyle/>
          <a:p>
            <a:pPr algn="ctr">
              <a:defRPr>
                <a:solidFill>
                  <a:srgbClr val="FFFFFF"/>
                </a:solidFill>
                <a:latin typeface="+mj-lt"/>
                <a:ea typeface="+mj-ea"/>
                <a:cs typeface="+mj-cs"/>
                <a:sym typeface="Calibri"/>
              </a:defRPr>
            </a:pPr>
            <a:endParaRPr/>
          </a:p>
        </p:txBody>
      </p:sp>
      <p:sp>
        <p:nvSpPr>
          <p:cNvPr id="2874" name="Rechthoek 105"/>
          <p:cNvSpPr/>
          <p:nvPr/>
        </p:nvSpPr>
        <p:spPr>
          <a:xfrm>
            <a:off x="8325443" y="4645007"/>
            <a:ext cx="3854983" cy="446505"/>
          </a:xfrm>
          <a:prstGeom prst="rect">
            <a:avLst/>
          </a:prstGeom>
          <a:solidFill>
            <a:srgbClr val="EBECEC"/>
          </a:solidFill>
          <a:ln w="12700">
            <a:miter lim="400000"/>
          </a:ln>
        </p:spPr>
        <p:txBody>
          <a:bodyPr lIns="45719" rIns="45719" anchor="ctr"/>
          <a:lstStyle/>
          <a:p>
            <a:pPr algn="ctr">
              <a:defRPr>
                <a:solidFill>
                  <a:srgbClr val="FFFFFF"/>
                </a:solidFill>
                <a:latin typeface="+mj-lt"/>
                <a:ea typeface="+mj-ea"/>
                <a:cs typeface="+mj-cs"/>
                <a:sym typeface="Calibri"/>
              </a:defRPr>
            </a:pPr>
            <a:endParaRPr/>
          </a:p>
        </p:txBody>
      </p:sp>
      <p:sp>
        <p:nvSpPr>
          <p:cNvPr id="2875" name="Rechthoek 89"/>
          <p:cNvSpPr/>
          <p:nvPr/>
        </p:nvSpPr>
        <p:spPr>
          <a:xfrm>
            <a:off x="0" y="-1"/>
            <a:ext cx="4149241" cy="6858001"/>
          </a:xfrm>
          <a:prstGeom prst="rect">
            <a:avLst/>
          </a:prstGeom>
          <a:solidFill>
            <a:srgbClr val="FFFFFF"/>
          </a:solidFill>
          <a:ln w="12700">
            <a:miter lim="400000"/>
          </a:ln>
        </p:spPr>
        <p:txBody>
          <a:bodyPr lIns="45719" rIns="45719" anchor="ctr"/>
          <a:lstStyle/>
          <a:p>
            <a:pPr algn="ctr">
              <a:defRPr>
                <a:solidFill>
                  <a:srgbClr val="FFFFFF"/>
                </a:solidFill>
                <a:latin typeface="+mj-lt"/>
                <a:ea typeface="+mj-ea"/>
                <a:cs typeface="+mj-cs"/>
                <a:sym typeface="Calibri"/>
              </a:defRPr>
            </a:pPr>
            <a:endParaRPr/>
          </a:p>
        </p:txBody>
      </p:sp>
      <p:sp>
        <p:nvSpPr>
          <p:cNvPr id="2876" name="Rechte verbindingslijn 99"/>
          <p:cNvSpPr/>
          <p:nvPr/>
        </p:nvSpPr>
        <p:spPr>
          <a:xfrm flipH="1">
            <a:off x="1359443" y="2690467"/>
            <a:ext cx="1" cy="2721964"/>
          </a:xfrm>
          <a:prstGeom prst="line">
            <a:avLst/>
          </a:prstGeom>
          <a:ln w="12700">
            <a:solidFill>
              <a:srgbClr val="9D9FA1"/>
            </a:solidFill>
            <a:miter/>
          </a:ln>
        </p:spPr>
        <p:txBody>
          <a:bodyPr lIns="45719" rIns="45719"/>
          <a:lstStyle/>
          <a:p>
            <a:endParaRPr/>
          </a:p>
        </p:txBody>
      </p:sp>
      <p:sp>
        <p:nvSpPr>
          <p:cNvPr id="2877" name="Vrije vorm: vorm 88"/>
          <p:cNvSpPr/>
          <p:nvPr/>
        </p:nvSpPr>
        <p:spPr>
          <a:xfrm>
            <a:off x="4176200" y="0"/>
            <a:ext cx="4755097" cy="68669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272" y="0"/>
                </a:lnTo>
                <a:lnTo>
                  <a:pt x="18610" y="457"/>
                </a:lnTo>
                <a:cubicBezTo>
                  <a:pt x="20526" y="3211"/>
                  <a:pt x="21600" y="6299"/>
                  <a:pt x="21600" y="9560"/>
                </a:cubicBezTo>
                <a:cubicBezTo>
                  <a:pt x="21600" y="13909"/>
                  <a:pt x="19691" y="17949"/>
                  <a:pt x="16421" y="21300"/>
                </a:cubicBezTo>
                <a:lnTo>
                  <a:pt x="16113" y="21600"/>
                </a:lnTo>
                <a:lnTo>
                  <a:pt x="0" y="21600"/>
                </a:lnTo>
                <a:close/>
              </a:path>
            </a:pathLst>
          </a:custGeom>
          <a:solidFill>
            <a:srgbClr val="FFFFFF"/>
          </a:solidFill>
          <a:ln w="12700">
            <a:miter lim="400000"/>
          </a:ln>
        </p:spPr>
        <p:txBody>
          <a:bodyPr lIns="45719" rIns="45719" anchor="ctr"/>
          <a:lstStyle/>
          <a:p>
            <a:pPr algn="ctr">
              <a:defRPr>
                <a:solidFill>
                  <a:srgbClr val="FFFFFF"/>
                </a:solidFill>
                <a:latin typeface="+mj-lt"/>
                <a:ea typeface="+mj-ea"/>
                <a:cs typeface="+mj-cs"/>
                <a:sym typeface="Calibri"/>
              </a:defRPr>
            </a:pPr>
            <a:endParaRPr/>
          </a:p>
        </p:txBody>
      </p:sp>
      <p:sp>
        <p:nvSpPr>
          <p:cNvPr id="2878" name="Rechthoek 10"/>
          <p:cNvSpPr txBox="1"/>
          <p:nvPr/>
        </p:nvSpPr>
        <p:spPr>
          <a:xfrm>
            <a:off x="1221297" y="1693324"/>
            <a:ext cx="10776777" cy="774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lvl="3" indent="0">
              <a:lnSpc>
                <a:spcPct val="90000"/>
              </a:lnSpc>
              <a:spcBef>
                <a:spcPts val="600"/>
              </a:spcBef>
              <a:defRPr sz="1600" b="1">
                <a:solidFill>
                  <a:srgbClr val="211F26"/>
                </a:solidFill>
                <a:latin typeface="Segoe UI"/>
                <a:ea typeface="Segoe UI"/>
                <a:cs typeface="Segoe UI"/>
                <a:sym typeface="Segoe UI"/>
              </a:defRPr>
            </a:pPr>
            <a:r>
              <a:t>bij PPT Solutions communiceren we feedback d.m.v. Opmerkingen.</a:t>
            </a:r>
            <a:endParaRPr>
              <a:latin typeface="+mj-lt"/>
              <a:ea typeface="+mj-ea"/>
              <a:cs typeface="+mj-cs"/>
              <a:sym typeface="Calibri"/>
            </a:endParaRPr>
          </a:p>
          <a:p>
            <a:pPr lvl="3" indent="0">
              <a:lnSpc>
                <a:spcPct val="90000"/>
              </a:lnSpc>
              <a:spcBef>
                <a:spcPts val="600"/>
              </a:spcBef>
              <a:defRPr sz="1400">
                <a:solidFill>
                  <a:srgbClr val="211F26"/>
                </a:solidFill>
                <a:latin typeface="Segoe UI"/>
                <a:ea typeface="Segoe UI"/>
                <a:cs typeface="Segoe UI"/>
                <a:sym typeface="Segoe UI"/>
              </a:defRPr>
            </a:pPr>
            <a:r>
              <a:t>Wanneer je feedback hebt die betrekking heeft op een dia in de presentatie, </a:t>
            </a:r>
            <a:br/>
            <a:r>
              <a:t>ga naar de desbetreffende dia en volg hieronder de volgende stappen:</a:t>
            </a:r>
          </a:p>
        </p:txBody>
      </p:sp>
      <p:sp>
        <p:nvSpPr>
          <p:cNvPr id="2879" name="Titel 1"/>
          <p:cNvSpPr txBox="1"/>
          <p:nvPr/>
        </p:nvSpPr>
        <p:spPr>
          <a:xfrm>
            <a:off x="1221297" y="1214469"/>
            <a:ext cx="5624672" cy="508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80000"/>
              </a:lnSpc>
              <a:defRPr sz="3000" b="1" cap="all">
                <a:solidFill>
                  <a:srgbClr val="211F26"/>
                </a:solidFill>
                <a:latin typeface="Segoe UI"/>
                <a:ea typeface="Segoe UI"/>
                <a:cs typeface="Segoe UI"/>
                <a:sym typeface="Segoe UI"/>
              </a:defRPr>
            </a:lvl1pPr>
          </a:lstStyle>
          <a:p>
            <a:r>
              <a:t>Beste klant,</a:t>
            </a:r>
          </a:p>
        </p:txBody>
      </p:sp>
      <p:grpSp>
        <p:nvGrpSpPr>
          <p:cNvPr id="2883" name="P"/>
          <p:cNvGrpSpPr/>
          <p:nvPr/>
        </p:nvGrpSpPr>
        <p:grpSpPr>
          <a:xfrm>
            <a:off x="970648" y="720000"/>
            <a:ext cx="360002" cy="360000"/>
            <a:chOff x="0" y="0"/>
            <a:chExt cx="360000" cy="359999"/>
          </a:xfrm>
        </p:grpSpPr>
        <p:sp>
          <p:nvSpPr>
            <p:cNvPr id="2880" name="Rechthoekige driehoek 5"/>
            <p:cNvSpPr/>
            <p:nvPr/>
          </p:nvSpPr>
          <p:spPr>
            <a:xfrm rot="5400000">
              <a:off x="-1234" y="118765"/>
              <a:ext cx="242469" cy="2400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1FF524"/>
            </a:solidFill>
            <a:ln w="12700" cap="flat">
              <a:noFill/>
              <a:miter lim="400000"/>
            </a:ln>
            <a:effectLst/>
          </p:spPr>
          <p:txBody>
            <a:bodyPr wrap="square" lIns="45719" tIns="45719" rIns="45719" bIns="45719" numCol="1" anchor="ctr">
              <a:noAutofit/>
            </a:bodyPr>
            <a:lstStyle/>
            <a:p>
              <a:pPr algn="ctr">
                <a:defRPr>
                  <a:solidFill>
                    <a:srgbClr val="FFFFFF"/>
                  </a:solidFill>
                  <a:latin typeface="Segoe UI Light"/>
                  <a:ea typeface="Segoe UI Light"/>
                  <a:cs typeface="Segoe UI Light"/>
                  <a:sym typeface="Segoe UI Light"/>
                </a:defRPr>
              </a:pPr>
              <a:endParaRPr/>
            </a:p>
          </p:txBody>
        </p:sp>
        <p:sp>
          <p:nvSpPr>
            <p:cNvPr id="2881" name="Rechthoek 6"/>
            <p:cNvSpPr/>
            <p:nvPr/>
          </p:nvSpPr>
          <p:spPr>
            <a:xfrm>
              <a:off x="-1" y="0"/>
              <a:ext cx="240001" cy="242469"/>
            </a:xfrm>
            <a:prstGeom prst="rect">
              <a:avLst/>
            </a:prstGeom>
            <a:solidFill>
              <a:srgbClr val="1FF524"/>
            </a:solidFill>
            <a:ln w="12700" cap="flat">
              <a:noFill/>
              <a:miter lim="400000"/>
            </a:ln>
            <a:effectLst/>
          </p:spPr>
          <p:txBody>
            <a:bodyPr wrap="square" lIns="45719" tIns="45719" rIns="45719" bIns="45719" numCol="1" anchor="ctr">
              <a:noAutofit/>
            </a:bodyPr>
            <a:lstStyle/>
            <a:p>
              <a:pPr algn="ctr">
                <a:defRPr>
                  <a:solidFill>
                    <a:srgbClr val="FFFFFF"/>
                  </a:solidFill>
                  <a:latin typeface="Segoe UI Light"/>
                  <a:ea typeface="Segoe UI Light"/>
                  <a:cs typeface="Segoe UI Light"/>
                  <a:sym typeface="Segoe UI Light"/>
                </a:defRPr>
              </a:pPr>
              <a:endParaRPr/>
            </a:p>
          </p:txBody>
        </p:sp>
        <p:sp>
          <p:nvSpPr>
            <p:cNvPr id="2882" name="Ovaal 7"/>
            <p:cNvSpPr/>
            <p:nvPr/>
          </p:nvSpPr>
          <p:spPr>
            <a:xfrm>
              <a:off x="120000" y="0"/>
              <a:ext cx="240001" cy="242469"/>
            </a:xfrm>
            <a:prstGeom prst="ellipse">
              <a:avLst/>
            </a:prstGeom>
            <a:solidFill>
              <a:srgbClr val="1FF524"/>
            </a:solidFill>
            <a:ln w="12700" cap="flat">
              <a:noFill/>
              <a:miter lim="400000"/>
            </a:ln>
            <a:effectLst/>
          </p:spPr>
          <p:txBody>
            <a:bodyPr wrap="square" lIns="45719" tIns="45719" rIns="45719" bIns="45719" numCol="1" anchor="ctr">
              <a:noAutofit/>
            </a:bodyPr>
            <a:lstStyle/>
            <a:p>
              <a:pPr algn="ctr">
                <a:defRPr>
                  <a:solidFill>
                    <a:srgbClr val="FFFFFF"/>
                  </a:solidFill>
                  <a:latin typeface="Segoe UI Light"/>
                  <a:ea typeface="Segoe UI Light"/>
                  <a:cs typeface="Segoe UI Light"/>
                  <a:sym typeface="Segoe UI Light"/>
                </a:defRPr>
              </a:pPr>
              <a:endParaRPr/>
            </a:p>
          </p:txBody>
        </p:sp>
      </p:grpSp>
      <p:sp>
        <p:nvSpPr>
          <p:cNvPr id="2884" name="Tekstvak 12"/>
          <p:cNvSpPr txBox="1"/>
          <p:nvPr/>
        </p:nvSpPr>
        <p:spPr>
          <a:xfrm>
            <a:off x="1679126" y="2659587"/>
            <a:ext cx="6699255"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400">
                <a:solidFill>
                  <a:srgbClr val="211F26"/>
                </a:solidFill>
                <a:latin typeface="Segoe UI"/>
                <a:ea typeface="Segoe UI"/>
                <a:cs typeface="Segoe UI"/>
                <a:sym typeface="Segoe UI"/>
              </a:defRPr>
            </a:pPr>
            <a:r>
              <a:t>Ga naar de tab </a:t>
            </a:r>
            <a:r>
              <a:rPr sz="1200" b="1" cap="all"/>
              <a:t>‘Invoegen’</a:t>
            </a:r>
          </a:p>
        </p:txBody>
      </p:sp>
      <p:sp>
        <p:nvSpPr>
          <p:cNvPr id="2885" name="Tekstvak 13"/>
          <p:cNvSpPr txBox="1"/>
          <p:nvPr/>
        </p:nvSpPr>
        <p:spPr>
          <a:xfrm>
            <a:off x="1679126" y="3160240"/>
            <a:ext cx="6699255"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400">
                <a:solidFill>
                  <a:srgbClr val="211F26"/>
                </a:solidFill>
                <a:latin typeface="Segoe UI"/>
                <a:ea typeface="Segoe UI"/>
                <a:cs typeface="Segoe UI"/>
                <a:sym typeface="Segoe UI"/>
              </a:defRPr>
            </a:pPr>
            <a:r>
              <a:t>Klik op de knop </a:t>
            </a:r>
            <a:r>
              <a:rPr sz="1200" b="1" cap="all"/>
              <a:t>‘Opmerking’</a:t>
            </a:r>
          </a:p>
        </p:txBody>
      </p:sp>
      <p:sp>
        <p:nvSpPr>
          <p:cNvPr id="2886" name="Tekstvak 14"/>
          <p:cNvSpPr txBox="1"/>
          <p:nvPr/>
        </p:nvSpPr>
        <p:spPr>
          <a:xfrm>
            <a:off x="1679126" y="3751522"/>
            <a:ext cx="6025982" cy="68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400">
                <a:solidFill>
                  <a:srgbClr val="211F26"/>
                </a:solidFill>
                <a:latin typeface="Segoe UI"/>
                <a:ea typeface="Segoe UI"/>
                <a:cs typeface="Segoe UI"/>
                <a:sym typeface="Segoe UI"/>
              </a:defRPr>
            </a:pPr>
            <a:r>
              <a:t>Er verschijnt een klein spreekwolkje op de dia, het venster om opmerkingen te plaatsten opent automatisch aan de zijkant van je scherm. </a:t>
            </a:r>
            <a:br/>
            <a:r>
              <a:rPr sz="1200" b="1" cap="all"/>
              <a:t>Typ hier de feedback in.</a:t>
            </a:r>
          </a:p>
        </p:txBody>
      </p:sp>
      <p:sp>
        <p:nvSpPr>
          <p:cNvPr id="2887" name="Tekstvak 15"/>
          <p:cNvSpPr txBox="1"/>
          <p:nvPr/>
        </p:nvSpPr>
        <p:spPr>
          <a:xfrm>
            <a:off x="1679127" y="4645726"/>
            <a:ext cx="6221331" cy="723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400">
                <a:solidFill>
                  <a:srgbClr val="211F26"/>
                </a:solidFill>
                <a:latin typeface="Segoe UI"/>
                <a:ea typeface="Segoe UI"/>
                <a:cs typeface="Segoe UI"/>
                <a:sym typeface="Segoe UI"/>
              </a:defRPr>
            </a:pPr>
            <a:r>
              <a:t>Wanneer je dit gedaan hebt, kun je het spreekwolkje op de juiste plaats</a:t>
            </a:r>
            <a:br/>
            <a:r>
              <a:t>op de dia slepen. Zo is het voor ons duidelijk op welk deel van de content je feedback betrekking heeft.</a:t>
            </a:r>
          </a:p>
        </p:txBody>
      </p:sp>
      <p:grpSp>
        <p:nvGrpSpPr>
          <p:cNvPr id="2893" name="Groep 16"/>
          <p:cNvGrpSpPr/>
          <p:nvPr/>
        </p:nvGrpSpPr>
        <p:grpSpPr>
          <a:xfrm>
            <a:off x="9274991" y="2569899"/>
            <a:ext cx="1840409" cy="421641"/>
            <a:chOff x="0" y="0"/>
            <a:chExt cx="1840407" cy="421640"/>
          </a:xfrm>
        </p:grpSpPr>
        <p:sp>
          <p:nvSpPr>
            <p:cNvPr id="2888" name="Rechthoek 17"/>
            <p:cNvSpPr/>
            <p:nvPr/>
          </p:nvSpPr>
          <p:spPr>
            <a:xfrm>
              <a:off x="0" y="82197"/>
              <a:ext cx="1840408" cy="266530"/>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889" name="Rechthoek 18"/>
            <p:cNvSpPr/>
            <p:nvPr/>
          </p:nvSpPr>
          <p:spPr>
            <a:xfrm>
              <a:off x="484664" y="78387"/>
              <a:ext cx="709558" cy="271849"/>
            </a:xfrm>
            <a:prstGeom prst="rect">
              <a:avLst/>
            </a:prstGeom>
            <a:solidFill>
              <a:srgbClr val="FFFFFF"/>
            </a:solidFill>
            <a:ln w="12700" cap="flat">
              <a:solidFill>
                <a:srgbClr val="211F26"/>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890" name="Tekstvak 19"/>
            <p:cNvSpPr txBox="1"/>
            <p:nvPr/>
          </p:nvSpPr>
          <p:spPr>
            <a:xfrm>
              <a:off x="71543" y="0"/>
              <a:ext cx="344641" cy="4216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900">
                  <a:latin typeface="Open Sans"/>
                  <a:ea typeface="Open Sans"/>
                  <a:cs typeface="Open Sans"/>
                  <a:sym typeface="Open Sans"/>
                </a:defRPr>
              </a:lvl1pPr>
            </a:lstStyle>
            <a:p>
              <a:r>
                <a:t>Start</a:t>
              </a:r>
            </a:p>
          </p:txBody>
        </p:sp>
        <p:sp>
          <p:nvSpPr>
            <p:cNvPr id="2891" name="Tekstvak 20"/>
            <p:cNvSpPr txBox="1"/>
            <p:nvPr/>
          </p:nvSpPr>
          <p:spPr>
            <a:xfrm>
              <a:off x="1248870" y="82549"/>
              <a:ext cx="553379" cy="2565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900">
                  <a:latin typeface="Open Sans"/>
                  <a:ea typeface="Open Sans"/>
                  <a:cs typeface="Open Sans"/>
                  <a:sym typeface="Open Sans"/>
                </a:defRPr>
              </a:lvl1pPr>
            </a:lstStyle>
            <a:p>
              <a:r>
                <a:t>Tekenen</a:t>
              </a:r>
            </a:p>
          </p:txBody>
        </p:sp>
        <p:sp>
          <p:nvSpPr>
            <p:cNvPr id="2892" name="Tekstvak 21"/>
            <p:cNvSpPr txBox="1"/>
            <p:nvPr/>
          </p:nvSpPr>
          <p:spPr>
            <a:xfrm>
              <a:off x="524528" y="82549"/>
              <a:ext cx="617861" cy="2565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900">
                  <a:solidFill>
                    <a:srgbClr val="D1847A"/>
                  </a:solidFill>
                  <a:latin typeface="Open Sans"/>
                  <a:ea typeface="Open Sans"/>
                  <a:cs typeface="Open Sans"/>
                  <a:sym typeface="Open Sans"/>
                </a:defRPr>
              </a:lvl1pPr>
            </a:lstStyle>
            <a:p>
              <a:r>
                <a:t>Invoegen</a:t>
              </a:r>
            </a:p>
          </p:txBody>
        </p:sp>
      </p:grpSp>
      <p:grpSp>
        <p:nvGrpSpPr>
          <p:cNvPr id="2899" name="Groep 22"/>
          <p:cNvGrpSpPr/>
          <p:nvPr/>
        </p:nvGrpSpPr>
        <p:grpSpPr>
          <a:xfrm>
            <a:off x="9361181" y="3160240"/>
            <a:ext cx="553856" cy="453374"/>
            <a:chOff x="0" y="0"/>
            <a:chExt cx="553855" cy="453373"/>
          </a:xfrm>
        </p:grpSpPr>
        <p:sp>
          <p:nvSpPr>
            <p:cNvPr id="2894" name="Rechthoek 23"/>
            <p:cNvSpPr/>
            <p:nvPr/>
          </p:nvSpPr>
          <p:spPr>
            <a:xfrm>
              <a:off x="12740" y="0"/>
              <a:ext cx="528374" cy="453374"/>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nvGrpSpPr>
            <p:cNvPr id="2897" name="Groep 24"/>
            <p:cNvGrpSpPr/>
            <p:nvPr/>
          </p:nvGrpSpPr>
          <p:grpSpPr>
            <a:xfrm>
              <a:off x="140594" y="28208"/>
              <a:ext cx="219953" cy="204635"/>
              <a:chOff x="0" y="0"/>
              <a:chExt cx="219951" cy="204633"/>
            </a:xfrm>
          </p:grpSpPr>
          <p:sp>
            <p:nvSpPr>
              <p:cNvPr id="2895" name="Tekstballon: rechthoek met afgeronde hoeken 26"/>
              <p:cNvSpPr/>
              <p:nvPr/>
            </p:nvSpPr>
            <p:spPr>
              <a:xfrm>
                <a:off x="35063" y="34430"/>
                <a:ext cx="184889" cy="170204"/>
              </a:xfrm>
              <a:custGeom>
                <a:avLst/>
                <a:gdLst/>
                <a:ahLst/>
                <a:cxnLst>
                  <a:cxn ang="0">
                    <a:pos x="wd2" y="hd2"/>
                  </a:cxn>
                  <a:cxn ang="5400000">
                    <a:pos x="wd2" y="hd2"/>
                  </a:cxn>
                  <a:cxn ang="10800000">
                    <a:pos x="wd2" y="hd2"/>
                  </a:cxn>
                  <a:cxn ang="16200000">
                    <a:pos x="wd2" y="hd2"/>
                  </a:cxn>
                </a:cxnLst>
                <a:rect l="0" t="0" r="r" b="b"/>
                <a:pathLst>
                  <a:path w="21600" h="21600" extrusionOk="0">
                    <a:moveTo>
                      <a:pt x="0" y="2608"/>
                    </a:moveTo>
                    <a:cubicBezTo>
                      <a:pt x="0" y="1168"/>
                      <a:pt x="1075" y="0"/>
                      <a:pt x="2401" y="0"/>
                    </a:cubicBezTo>
                    <a:lnTo>
                      <a:pt x="3600" y="0"/>
                    </a:lnTo>
                    <a:lnTo>
                      <a:pt x="19199" y="0"/>
                    </a:lnTo>
                    <a:cubicBezTo>
                      <a:pt x="20525" y="0"/>
                      <a:pt x="21600" y="1168"/>
                      <a:pt x="21600" y="2608"/>
                    </a:cubicBezTo>
                    <a:lnTo>
                      <a:pt x="21600" y="13039"/>
                    </a:lnTo>
                    <a:cubicBezTo>
                      <a:pt x="21600" y="14480"/>
                      <a:pt x="20525" y="15647"/>
                      <a:pt x="19199" y="15647"/>
                    </a:cubicBezTo>
                    <a:lnTo>
                      <a:pt x="9000" y="15647"/>
                    </a:lnTo>
                    <a:lnTo>
                      <a:pt x="5125" y="21600"/>
                    </a:lnTo>
                    <a:lnTo>
                      <a:pt x="3600" y="15647"/>
                    </a:lnTo>
                    <a:lnTo>
                      <a:pt x="2401" y="15647"/>
                    </a:lnTo>
                    <a:cubicBezTo>
                      <a:pt x="1075" y="15647"/>
                      <a:pt x="0" y="14480"/>
                      <a:pt x="0" y="13039"/>
                    </a:cubicBezTo>
                    <a:lnTo>
                      <a:pt x="0" y="13039"/>
                    </a:lnTo>
                    <a:lnTo>
                      <a:pt x="0" y="9128"/>
                    </a:lnTo>
                    <a:close/>
                  </a:path>
                </a:pathLst>
              </a:custGeom>
              <a:solidFill>
                <a:srgbClr val="F0F0F0"/>
              </a:solidFill>
              <a:ln w="12700" cap="flat">
                <a:solidFill>
                  <a:srgbClr val="B7B4B3"/>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896" name="Plusteken 27"/>
              <p:cNvSpPr/>
              <p:nvPr/>
            </p:nvSpPr>
            <p:spPr>
              <a:xfrm>
                <a:off x="0" y="0"/>
                <a:ext cx="86030" cy="86030"/>
              </a:xfrm>
              <a:custGeom>
                <a:avLst/>
                <a:gdLst/>
                <a:ahLst/>
                <a:cxnLst>
                  <a:cxn ang="0">
                    <a:pos x="wd2" y="hd2"/>
                  </a:cxn>
                  <a:cxn ang="5400000">
                    <a:pos x="wd2" y="hd2"/>
                  </a:cxn>
                  <a:cxn ang="10800000">
                    <a:pos x="wd2" y="hd2"/>
                  </a:cxn>
                  <a:cxn ang="16200000">
                    <a:pos x="wd2" y="hd2"/>
                  </a:cxn>
                </a:cxnLst>
                <a:rect l="0" t="0" r="r" b="b"/>
                <a:pathLst>
                  <a:path w="21600" h="21600" extrusionOk="0">
                    <a:moveTo>
                      <a:pt x="0" y="6239"/>
                    </a:moveTo>
                    <a:lnTo>
                      <a:pt x="6239" y="6239"/>
                    </a:lnTo>
                    <a:lnTo>
                      <a:pt x="6239" y="0"/>
                    </a:lnTo>
                    <a:lnTo>
                      <a:pt x="15361" y="0"/>
                    </a:lnTo>
                    <a:lnTo>
                      <a:pt x="15361" y="6239"/>
                    </a:lnTo>
                    <a:lnTo>
                      <a:pt x="21600" y="6239"/>
                    </a:lnTo>
                    <a:lnTo>
                      <a:pt x="21600" y="15361"/>
                    </a:lnTo>
                    <a:lnTo>
                      <a:pt x="15361" y="15361"/>
                    </a:lnTo>
                    <a:lnTo>
                      <a:pt x="15361" y="21600"/>
                    </a:lnTo>
                    <a:lnTo>
                      <a:pt x="6239" y="21600"/>
                    </a:lnTo>
                    <a:lnTo>
                      <a:pt x="6239" y="15361"/>
                    </a:lnTo>
                    <a:lnTo>
                      <a:pt x="0" y="15361"/>
                    </a:lnTo>
                    <a:close/>
                  </a:path>
                </a:pathLst>
              </a:custGeom>
              <a:solidFill>
                <a:srgbClr val="6EA693"/>
              </a:solidFill>
              <a:ln w="6350" cap="flat">
                <a:solidFill>
                  <a:srgbClr val="FFFFFF"/>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sp>
          <p:nvSpPr>
            <p:cNvPr id="2898" name="Tekstvak 25"/>
            <p:cNvSpPr txBox="1"/>
            <p:nvPr/>
          </p:nvSpPr>
          <p:spPr>
            <a:xfrm>
              <a:off x="0" y="234928"/>
              <a:ext cx="553856" cy="16514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600"/>
              </a:lvl1pPr>
            </a:lstStyle>
            <a:p>
              <a:r>
                <a:t>Opmerking</a:t>
              </a:r>
            </a:p>
          </p:txBody>
        </p:sp>
      </p:grpSp>
      <p:grpSp>
        <p:nvGrpSpPr>
          <p:cNvPr id="2930" name="Groep 28"/>
          <p:cNvGrpSpPr/>
          <p:nvPr/>
        </p:nvGrpSpPr>
        <p:grpSpPr>
          <a:xfrm>
            <a:off x="9372346" y="3728974"/>
            <a:ext cx="2287461" cy="814480"/>
            <a:chOff x="0" y="0"/>
            <a:chExt cx="2287460" cy="814479"/>
          </a:xfrm>
        </p:grpSpPr>
        <p:sp>
          <p:nvSpPr>
            <p:cNvPr id="2900" name="Rechthoek 29"/>
            <p:cNvSpPr/>
            <p:nvPr/>
          </p:nvSpPr>
          <p:spPr>
            <a:xfrm>
              <a:off x="5160" y="22548"/>
              <a:ext cx="2282301" cy="791932"/>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01" name="Tekstvak 30"/>
            <p:cNvSpPr txBox="1"/>
            <p:nvPr/>
          </p:nvSpPr>
          <p:spPr>
            <a:xfrm>
              <a:off x="0" y="0"/>
              <a:ext cx="865483" cy="2565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900">
                  <a:solidFill>
                    <a:srgbClr val="D1847A"/>
                  </a:solidFill>
                  <a:latin typeface="Open Sans"/>
                  <a:ea typeface="Open Sans"/>
                  <a:cs typeface="Open Sans"/>
                  <a:sym typeface="Open Sans"/>
                </a:defRPr>
              </a:lvl1pPr>
            </a:lstStyle>
            <a:p>
              <a:r>
                <a:t>Opmerkingen</a:t>
              </a:r>
            </a:p>
          </p:txBody>
        </p:sp>
        <p:grpSp>
          <p:nvGrpSpPr>
            <p:cNvPr id="2907" name="Groep 31"/>
            <p:cNvGrpSpPr/>
            <p:nvPr/>
          </p:nvGrpSpPr>
          <p:grpSpPr>
            <a:xfrm>
              <a:off x="165981" y="239848"/>
              <a:ext cx="449084" cy="127001"/>
              <a:chOff x="0" y="0"/>
              <a:chExt cx="449083" cy="127000"/>
            </a:xfrm>
          </p:grpSpPr>
          <p:sp>
            <p:nvSpPr>
              <p:cNvPr id="2902" name="Rechthoek 50"/>
              <p:cNvSpPr/>
              <p:nvPr/>
            </p:nvSpPr>
            <p:spPr>
              <a:xfrm>
                <a:off x="0" y="9195"/>
                <a:ext cx="427529" cy="111143"/>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03" name="Tekstvak 51"/>
              <p:cNvSpPr txBox="1"/>
              <p:nvPr/>
            </p:nvSpPr>
            <p:spPr>
              <a:xfrm>
                <a:off x="151130" y="0"/>
                <a:ext cx="297954" cy="1270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defRPr sz="500">
                    <a:latin typeface="Open Sans"/>
                    <a:ea typeface="Open Sans"/>
                    <a:cs typeface="Open Sans"/>
                    <a:sym typeface="Open Sans"/>
                  </a:defRPr>
                </a:lvl1pPr>
              </a:lstStyle>
              <a:p>
                <a:r>
                  <a:t>Nieuwe</a:t>
                </a:r>
              </a:p>
            </p:txBody>
          </p:sp>
          <p:grpSp>
            <p:nvGrpSpPr>
              <p:cNvPr id="2906" name="Groep 52"/>
              <p:cNvGrpSpPr/>
              <p:nvPr/>
            </p:nvGrpSpPr>
            <p:grpSpPr>
              <a:xfrm>
                <a:off x="37639" y="18858"/>
                <a:ext cx="89526" cy="70087"/>
                <a:chOff x="0" y="0"/>
                <a:chExt cx="89524" cy="70085"/>
              </a:xfrm>
            </p:grpSpPr>
            <p:sp>
              <p:nvSpPr>
                <p:cNvPr id="2904" name="Tekstballon: rechthoek met afgeronde hoeken 53"/>
                <p:cNvSpPr/>
                <p:nvPr/>
              </p:nvSpPr>
              <p:spPr>
                <a:xfrm>
                  <a:off x="14271" y="11792"/>
                  <a:ext cx="75254" cy="58294"/>
                </a:xfrm>
                <a:custGeom>
                  <a:avLst/>
                  <a:gdLst/>
                  <a:ahLst/>
                  <a:cxnLst>
                    <a:cxn ang="0">
                      <a:pos x="wd2" y="hd2"/>
                    </a:cxn>
                    <a:cxn ang="5400000">
                      <a:pos x="wd2" y="hd2"/>
                    </a:cxn>
                    <a:cxn ang="10800000">
                      <a:pos x="wd2" y="hd2"/>
                    </a:cxn>
                    <a:cxn ang="16200000">
                      <a:pos x="wd2" y="hd2"/>
                    </a:cxn>
                  </a:cxnLst>
                  <a:rect l="0" t="0" r="r" b="b"/>
                  <a:pathLst>
                    <a:path w="21600" h="21600" extrusionOk="0">
                      <a:moveTo>
                        <a:pt x="0" y="2608"/>
                      </a:moveTo>
                      <a:cubicBezTo>
                        <a:pt x="0" y="1168"/>
                        <a:pt x="904" y="0"/>
                        <a:pt x="2020" y="0"/>
                      </a:cubicBezTo>
                      <a:lnTo>
                        <a:pt x="3600" y="0"/>
                      </a:lnTo>
                      <a:lnTo>
                        <a:pt x="19580" y="0"/>
                      </a:lnTo>
                      <a:cubicBezTo>
                        <a:pt x="20696" y="0"/>
                        <a:pt x="21600" y="1168"/>
                        <a:pt x="21600" y="2608"/>
                      </a:cubicBezTo>
                      <a:lnTo>
                        <a:pt x="21600" y="13039"/>
                      </a:lnTo>
                      <a:cubicBezTo>
                        <a:pt x="21600" y="14480"/>
                        <a:pt x="20696" y="15647"/>
                        <a:pt x="19580" y="15647"/>
                      </a:cubicBezTo>
                      <a:lnTo>
                        <a:pt x="9000" y="15647"/>
                      </a:lnTo>
                      <a:lnTo>
                        <a:pt x="5125" y="21600"/>
                      </a:lnTo>
                      <a:lnTo>
                        <a:pt x="3600" y="15647"/>
                      </a:lnTo>
                      <a:lnTo>
                        <a:pt x="2020" y="15647"/>
                      </a:lnTo>
                      <a:cubicBezTo>
                        <a:pt x="904" y="15647"/>
                        <a:pt x="0" y="14480"/>
                        <a:pt x="0" y="13039"/>
                      </a:cubicBezTo>
                      <a:lnTo>
                        <a:pt x="0" y="9128"/>
                      </a:lnTo>
                      <a:close/>
                    </a:path>
                  </a:pathLst>
                </a:custGeom>
                <a:solidFill>
                  <a:srgbClr val="F0F0F0"/>
                </a:solidFill>
                <a:ln w="6350" cap="flat">
                  <a:solidFill>
                    <a:srgbClr val="B7B4B3"/>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05" name="Plusteken 54"/>
                <p:cNvSpPr/>
                <p:nvPr/>
              </p:nvSpPr>
              <p:spPr>
                <a:xfrm>
                  <a:off x="0" y="0"/>
                  <a:ext cx="35016" cy="29466"/>
                </a:xfrm>
                <a:custGeom>
                  <a:avLst/>
                  <a:gdLst/>
                  <a:ahLst/>
                  <a:cxnLst>
                    <a:cxn ang="0">
                      <a:pos x="wd2" y="hd2"/>
                    </a:cxn>
                    <a:cxn ang="5400000">
                      <a:pos x="wd2" y="hd2"/>
                    </a:cxn>
                    <a:cxn ang="10800000">
                      <a:pos x="wd2" y="hd2"/>
                    </a:cxn>
                    <a:cxn ang="16200000">
                      <a:pos x="wd2" y="hd2"/>
                    </a:cxn>
                  </a:cxnLst>
                  <a:rect l="0" t="0" r="r" b="b"/>
                  <a:pathLst>
                    <a:path w="21600" h="21600" extrusionOk="0">
                      <a:moveTo>
                        <a:pt x="0" y="6238"/>
                      </a:moveTo>
                      <a:lnTo>
                        <a:pt x="6961" y="6238"/>
                      </a:lnTo>
                      <a:lnTo>
                        <a:pt x="6961" y="0"/>
                      </a:lnTo>
                      <a:lnTo>
                        <a:pt x="14639" y="0"/>
                      </a:lnTo>
                      <a:lnTo>
                        <a:pt x="14639" y="6238"/>
                      </a:lnTo>
                      <a:lnTo>
                        <a:pt x="21600" y="6238"/>
                      </a:lnTo>
                      <a:lnTo>
                        <a:pt x="21600" y="15362"/>
                      </a:lnTo>
                      <a:lnTo>
                        <a:pt x="14639" y="15362"/>
                      </a:lnTo>
                      <a:lnTo>
                        <a:pt x="14639" y="21600"/>
                      </a:lnTo>
                      <a:lnTo>
                        <a:pt x="6961" y="21600"/>
                      </a:lnTo>
                      <a:lnTo>
                        <a:pt x="6961" y="15362"/>
                      </a:lnTo>
                      <a:lnTo>
                        <a:pt x="0" y="15362"/>
                      </a:lnTo>
                      <a:close/>
                    </a:path>
                  </a:pathLst>
                </a:custGeom>
                <a:solidFill>
                  <a:srgbClr val="6EA693"/>
                </a:solidFill>
                <a:ln w="6350" cap="flat">
                  <a:solidFill>
                    <a:srgbClr val="FFFFFF"/>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grpSp>
        <p:grpSp>
          <p:nvGrpSpPr>
            <p:cNvPr id="2913" name="Groep 32"/>
            <p:cNvGrpSpPr/>
            <p:nvPr/>
          </p:nvGrpSpPr>
          <p:grpSpPr>
            <a:xfrm>
              <a:off x="1826854" y="249044"/>
              <a:ext cx="126764" cy="111143"/>
              <a:chOff x="0" y="0"/>
              <a:chExt cx="126762" cy="111142"/>
            </a:xfrm>
          </p:grpSpPr>
          <p:sp>
            <p:nvSpPr>
              <p:cNvPr id="2908" name="Rechthoek 45"/>
              <p:cNvSpPr/>
              <p:nvPr/>
            </p:nvSpPr>
            <p:spPr>
              <a:xfrm>
                <a:off x="0" y="-1"/>
                <a:ext cx="126763" cy="111144"/>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09" name="Tekstballon: rechthoek met afgeronde hoeken 46"/>
              <p:cNvSpPr/>
              <p:nvPr/>
            </p:nvSpPr>
            <p:spPr>
              <a:xfrm>
                <a:off x="30236" y="30230"/>
                <a:ext cx="75254" cy="58294"/>
              </a:xfrm>
              <a:custGeom>
                <a:avLst/>
                <a:gdLst/>
                <a:ahLst/>
                <a:cxnLst>
                  <a:cxn ang="0">
                    <a:pos x="wd2" y="hd2"/>
                  </a:cxn>
                  <a:cxn ang="5400000">
                    <a:pos x="wd2" y="hd2"/>
                  </a:cxn>
                  <a:cxn ang="10800000">
                    <a:pos x="wd2" y="hd2"/>
                  </a:cxn>
                  <a:cxn ang="16200000">
                    <a:pos x="wd2" y="hd2"/>
                  </a:cxn>
                </a:cxnLst>
                <a:rect l="0" t="0" r="r" b="b"/>
                <a:pathLst>
                  <a:path w="21600" h="21600" extrusionOk="0">
                    <a:moveTo>
                      <a:pt x="0" y="2608"/>
                    </a:moveTo>
                    <a:cubicBezTo>
                      <a:pt x="0" y="1168"/>
                      <a:pt x="904" y="0"/>
                      <a:pt x="2020" y="0"/>
                    </a:cubicBezTo>
                    <a:lnTo>
                      <a:pt x="3600" y="0"/>
                    </a:lnTo>
                    <a:lnTo>
                      <a:pt x="19580" y="0"/>
                    </a:lnTo>
                    <a:cubicBezTo>
                      <a:pt x="20696" y="0"/>
                      <a:pt x="21600" y="1168"/>
                      <a:pt x="21600" y="2608"/>
                    </a:cubicBezTo>
                    <a:lnTo>
                      <a:pt x="21600" y="13039"/>
                    </a:lnTo>
                    <a:cubicBezTo>
                      <a:pt x="21600" y="14480"/>
                      <a:pt x="20696" y="15647"/>
                      <a:pt x="19580" y="15647"/>
                    </a:cubicBezTo>
                    <a:lnTo>
                      <a:pt x="9000" y="15647"/>
                    </a:lnTo>
                    <a:lnTo>
                      <a:pt x="5125" y="21600"/>
                    </a:lnTo>
                    <a:lnTo>
                      <a:pt x="3600" y="15647"/>
                    </a:lnTo>
                    <a:lnTo>
                      <a:pt x="2020" y="15647"/>
                    </a:lnTo>
                    <a:cubicBezTo>
                      <a:pt x="904" y="15647"/>
                      <a:pt x="0" y="14480"/>
                      <a:pt x="0" y="13039"/>
                    </a:cubicBezTo>
                    <a:lnTo>
                      <a:pt x="0" y="9128"/>
                    </a:lnTo>
                    <a:close/>
                  </a:path>
                </a:pathLst>
              </a:custGeom>
              <a:solidFill>
                <a:srgbClr val="F0F0F0"/>
              </a:solidFill>
              <a:ln w="6350" cap="flat">
                <a:solidFill>
                  <a:srgbClr val="B7B4B3"/>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nvGrpSpPr>
              <p:cNvPr id="2912" name="Groep 47"/>
              <p:cNvGrpSpPr/>
              <p:nvPr/>
            </p:nvGrpSpPr>
            <p:grpSpPr>
              <a:xfrm>
                <a:off x="11611" y="18008"/>
                <a:ext cx="44189" cy="30765"/>
                <a:chOff x="0" y="0"/>
                <a:chExt cx="44187" cy="30764"/>
              </a:xfrm>
            </p:grpSpPr>
            <p:sp>
              <p:nvSpPr>
                <p:cNvPr id="2910" name="Rechthoek 48"/>
                <p:cNvSpPr/>
                <p:nvPr/>
              </p:nvSpPr>
              <p:spPr>
                <a:xfrm>
                  <a:off x="14087" y="9032"/>
                  <a:ext cx="30101" cy="12701"/>
                </a:xfrm>
                <a:prstGeom prst="rect">
                  <a:avLst/>
                </a:prstGeom>
                <a:solidFill>
                  <a:srgbClr val="5281AE"/>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11" name="Pijl: punthaak 49"/>
                <p:cNvSpPr/>
                <p:nvPr/>
              </p:nvSpPr>
              <p:spPr>
                <a:xfrm rot="10800000">
                  <a:off x="0" y="-1"/>
                  <a:ext cx="33237" cy="30766"/>
                </a:xfrm>
                <a:prstGeom prst="chevron">
                  <a:avLst>
                    <a:gd name="adj" fmla="val 50000"/>
                  </a:avLst>
                </a:prstGeom>
                <a:solidFill>
                  <a:srgbClr val="5281AE"/>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grpSp>
        <p:grpSp>
          <p:nvGrpSpPr>
            <p:cNvPr id="2919" name="Groep 33"/>
            <p:cNvGrpSpPr/>
            <p:nvPr/>
          </p:nvGrpSpPr>
          <p:grpSpPr>
            <a:xfrm>
              <a:off x="2012848" y="249044"/>
              <a:ext cx="126764" cy="111143"/>
              <a:chOff x="0" y="0"/>
              <a:chExt cx="126762" cy="111142"/>
            </a:xfrm>
          </p:grpSpPr>
          <p:sp>
            <p:nvSpPr>
              <p:cNvPr id="2914" name="Rechthoek 40"/>
              <p:cNvSpPr/>
              <p:nvPr/>
            </p:nvSpPr>
            <p:spPr>
              <a:xfrm>
                <a:off x="0" y="-1"/>
                <a:ext cx="126763" cy="111144"/>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15" name="Tekstballon: rechthoek met afgeronde hoeken 41"/>
              <p:cNvSpPr/>
              <p:nvPr/>
            </p:nvSpPr>
            <p:spPr>
              <a:xfrm>
                <a:off x="30236" y="30230"/>
                <a:ext cx="75254" cy="58294"/>
              </a:xfrm>
              <a:custGeom>
                <a:avLst/>
                <a:gdLst/>
                <a:ahLst/>
                <a:cxnLst>
                  <a:cxn ang="0">
                    <a:pos x="wd2" y="hd2"/>
                  </a:cxn>
                  <a:cxn ang="5400000">
                    <a:pos x="wd2" y="hd2"/>
                  </a:cxn>
                  <a:cxn ang="10800000">
                    <a:pos x="wd2" y="hd2"/>
                  </a:cxn>
                  <a:cxn ang="16200000">
                    <a:pos x="wd2" y="hd2"/>
                  </a:cxn>
                </a:cxnLst>
                <a:rect l="0" t="0" r="r" b="b"/>
                <a:pathLst>
                  <a:path w="21600" h="21600" extrusionOk="0">
                    <a:moveTo>
                      <a:pt x="0" y="2608"/>
                    </a:moveTo>
                    <a:cubicBezTo>
                      <a:pt x="0" y="1168"/>
                      <a:pt x="904" y="0"/>
                      <a:pt x="2020" y="0"/>
                    </a:cubicBezTo>
                    <a:lnTo>
                      <a:pt x="3600" y="0"/>
                    </a:lnTo>
                    <a:lnTo>
                      <a:pt x="19580" y="0"/>
                    </a:lnTo>
                    <a:cubicBezTo>
                      <a:pt x="20696" y="0"/>
                      <a:pt x="21600" y="1168"/>
                      <a:pt x="21600" y="2608"/>
                    </a:cubicBezTo>
                    <a:lnTo>
                      <a:pt x="21600" y="13039"/>
                    </a:lnTo>
                    <a:cubicBezTo>
                      <a:pt x="21600" y="14480"/>
                      <a:pt x="20696" y="15647"/>
                      <a:pt x="19580" y="15647"/>
                    </a:cubicBezTo>
                    <a:lnTo>
                      <a:pt x="9000" y="15647"/>
                    </a:lnTo>
                    <a:lnTo>
                      <a:pt x="5125" y="21600"/>
                    </a:lnTo>
                    <a:lnTo>
                      <a:pt x="3600" y="15647"/>
                    </a:lnTo>
                    <a:lnTo>
                      <a:pt x="2020" y="15647"/>
                    </a:lnTo>
                    <a:cubicBezTo>
                      <a:pt x="904" y="15647"/>
                      <a:pt x="0" y="14480"/>
                      <a:pt x="0" y="13039"/>
                    </a:cubicBezTo>
                    <a:lnTo>
                      <a:pt x="0" y="9128"/>
                    </a:lnTo>
                    <a:close/>
                  </a:path>
                </a:pathLst>
              </a:custGeom>
              <a:solidFill>
                <a:srgbClr val="F0F0F0"/>
              </a:solidFill>
              <a:ln w="6350" cap="flat">
                <a:solidFill>
                  <a:srgbClr val="B7B4B3"/>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nvGrpSpPr>
              <p:cNvPr id="2918" name="Groep 42"/>
              <p:cNvGrpSpPr/>
              <p:nvPr/>
            </p:nvGrpSpPr>
            <p:grpSpPr>
              <a:xfrm>
                <a:off x="25516" y="18008"/>
                <a:ext cx="44188" cy="30765"/>
                <a:chOff x="0" y="0"/>
                <a:chExt cx="44187" cy="30764"/>
              </a:xfrm>
            </p:grpSpPr>
            <p:sp>
              <p:nvSpPr>
                <p:cNvPr id="2916" name="Rechthoek 43"/>
                <p:cNvSpPr/>
                <p:nvPr/>
              </p:nvSpPr>
              <p:spPr>
                <a:xfrm flipH="1">
                  <a:off x="-1" y="9032"/>
                  <a:ext cx="30102" cy="12701"/>
                </a:xfrm>
                <a:prstGeom prst="rect">
                  <a:avLst/>
                </a:prstGeom>
                <a:solidFill>
                  <a:srgbClr val="5281AE"/>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17" name="Pijl: punthaak 44"/>
                <p:cNvSpPr/>
                <p:nvPr/>
              </p:nvSpPr>
              <p:spPr>
                <a:xfrm rot="10800000" flipH="1">
                  <a:off x="10950" y="0"/>
                  <a:ext cx="33238" cy="30765"/>
                </a:xfrm>
                <a:prstGeom prst="chevron">
                  <a:avLst>
                    <a:gd name="adj" fmla="val 50000"/>
                  </a:avLst>
                </a:prstGeom>
                <a:solidFill>
                  <a:srgbClr val="5281AE"/>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grpSp>
        <p:sp>
          <p:nvSpPr>
            <p:cNvPr id="2920" name="Rechthoek 34"/>
            <p:cNvSpPr/>
            <p:nvPr/>
          </p:nvSpPr>
          <p:spPr>
            <a:xfrm>
              <a:off x="60547" y="414785"/>
              <a:ext cx="2100569" cy="349031"/>
            </a:xfrm>
            <a:prstGeom prst="rect">
              <a:avLst/>
            </a:prstGeom>
            <a:solidFill>
              <a:srgbClr val="F0F0F0"/>
            </a:solidFill>
            <a:ln w="6350" cap="flat">
              <a:solidFill>
                <a:srgbClr val="D1847A"/>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nvGrpSpPr>
            <p:cNvPr id="2923" name="Rechthoek 35"/>
            <p:cNvGrpSpPr/>
            <p:nvPr/>
          </p:nvGrpSpPr>
          <p:grpSpPr>
            <a:xfrm>
              <a:off x="301539" y="553380"/>
              <a:ext cx="1783108" cy="140238"/>
              <a:chOff x="0" y="0"/>
              <a:chExt cx="1783107" cy="140237"/>
            </a:xfrm>
          </p:grpSpPr>
          <p:sp>
            <p:nvSpPr>
              <p:cNvPr id="2921" name="Rectangle"/>
              <p:cNvSpPr/>
              <p:nvPr/>
            </p:nvSpPr>
            <p:spPr>
              <a:xfrm>
                <a:off x="-1" y="-1"/>
                <a:ext cx="1783109" cy="140239"/>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t">
                <a:noAutofit/>
              </a:bodyPr>
              <a:lstStyle/>
              <a:p>
                <a:pPr>
                  <a:defRPr>
                    <a:solidFill>
                      <a:srgbClr val="FFFFFF"/>
                    </a:solidFill>
                    <a:latin typeface="+mj-lt"/>
                    <a:ea typeface="+mj-ea"/>
                    <a:cs typeface="+mj-cs"/>
                    <a:sym typeface="Calibri"/>
                  </a:defRPr>
                </a:pPr>
                <a:endParaRPr/>
              </a:p>
            </p:txBody>
          </p:sp>
          <p:sp>
            <p:nvSpPr>
              <p:cNvPr id="2922" name="&lt;typ hier uw opmerking&gt;"/>
              <p:cNvSpPr txBox="1"/>
              <p:nvPr/>
            </p:nvSpPr>
            <p:spPr>
              <a:xfrm>
                <a:off x="3174" y="3174"/>
                <a:ext cx="1776759"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000" tIns="18000" rIns="18000" bIns="18000" numCol="1" anchor="t">
                <a:spAutoFit/>
              </a:bodyPr>
              <a:lstStyle>
                <a:lvl1pPr>
                  <a:defRPr sz="400">
                    <a:latin typeface="Open Sans"/>
                    <a:ea typeface="Open Sans"/>
                    <a:cs typeface="Open Sans"/>
                    <a:sym typeface="Open Sans"/>
                  </a:defRPr>
                </a:lvl1pPr>
              </a:lstStyle>
              <a:p>
                <a:r>
                  <a:t>&lt;typ hier uw opmerking&gt;</a:t>
                </a:r>
              </a:p>
            </p:txBody>
          </p:sp>
        </p:grpSp>
        <p:sp>
          <p:nvSpPr>
            <p:cNvPr id="2924" name="Rechthoekige driehoek 36"/>
            <p:cNvSpPr/>
            <p:nvPr/>
          </p:nvSpPr>
          <p:spPr>
            <a:xfrm flipH="1">
              <a:off x="98404" y="458184"/>
              <a:ext cx="33237" cy="2796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0000"/>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25" name="Tekstvak 37"/>
            <p:cNvSpPr txBox="1"/>
            <p:nvPr/>
          </p:nvSpPr>
          <p:spPr>
            <a:xfrm>
              <a:off x="161044" y="415924"/>
              <a:ext cx="451237"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defRPr sz="400">
                  <a:latin typeface="Open Sans Bold"/>
                  <a:ea typeface="Open Sans Bold"/>
                  <a:cs typeface="Open Sans Bold"/>
                  <a:sym typeface="Open Sans Bold"/>
                </a:defRPr>
              </a:lvl1pPr>
            </a:lstStyle>
            <a:p>
              <a:r>
                <a:t>Gebruiker 01</a:t>
              </a:r>
            </a:p>
          </p:txBody>
        </p:sp>
        <p:sp>
          <p:nvSpPr>
            <p:cNvPr id="2926" name="Tekstvak 38"/>
            <p:cNvSpPr txBox="1"/>
            <p:nvPr/>
          </p:nvSpPr>
          <p:spPr>
            <a:xfrm>
              <a:off x="571194" y="412999"/>
              <a:ext cx="87302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defRPr sz="500">
                  <a:latin typeface="Open Sans"/>
                  <a:ea typeface="Open Sans"/>
                  <a:cs typeface="Open Sans"/>
                  <a:sym typeface="Open Sans"/>
                </a:defRPr>
              </a:lvl1pPr>
            </a:lstStyle>
            <a:p>
              <a:r>
                <a:t>Een paar seconden geleden</a:t>
              </a:r>
            </a:p>
          </p:txBody>
        </p:sp>
        <p:grpSp>
          <p:nvGrpSpPr>
            <p:cNvPr id="2929" name="Ovaal 39"/>
            <p:cNvGrpSpPr/>
            <p:nvPr/>
          </p:nvGrpSpPr>
          <p:grpSpPr>
            <a:xfrm>
              <a:off x="131640" y="528165"/>
              <a:ext cx="142283" cy="132365"/>
              <a:chOff x="0" y="0"/>
              <a:chExt cx="142281" cy="132364"/>
            </a:xfrm>
          </p:grpSpPr>
          <p:sp>
            <p:nvSpPr>
              <p:cNvPr id="2927" name="Oval"/>
              <p:cNvSpPr/>
              <p:nvPr/>
            </p:nvSpPr>
            <p:spPr>
              <a:xfrm>
                <a:off x="0" y="12636"/>
                <a:ext cx="142282" cy="119729"/>
              </a:xfrm>
              <a:prstGeom prst="ellipse">
                <a:avLst/>
              </a:prstGeom>
              <a:solidFill>
                <a:srgbClr val="D4D4D4"/>
              </a:solidFill>
              <a:ln w="12700" cap="flat">
                <a:noFill/>
                <a:miter lim="400000"/>
              </a:ln>
              <a:effectLst/>
            </p:spPr>
            <p:txBody>
              <a:bodyPr wrap="square" lIns="45719" tIns="45719" rIns="45719" bIns="45719" numCol="1" anchor="ctr">
                <a:noAutofit/>
              </a:bodyPr>
              <a:lstStyle/>
              <a:p>
                <a:pPr algn="ctr">
                  <a:defRPr>
                    <a:solidFill>
                      <a:srgbClr val="FFFFFF"/>
                    </a:solidFill>
                    <a:latin typeface="+mj-lt"/>
                    <a:ea typeface="+mj-ea"/>
                    <a:cs typeface="+mj-cs"/>
                    <a:sym typeface="Calibri"/>
                  </a:defRPr>
                </a:pPr>
                <a:endParaRPr/>
              </a:p>
            </p:txBody>
          </p:sp>
          <p:sp>
            <p:nvSpPr>
              <p:cNvPr id="2928" name="AA"/>
              <p:cNvSpPr txBox="1"/>
              <p:nvPr/>
            </p:nvSpPr>
            <p:spPr>
              <a:xfrm>
                <a:off x="7640" y="0"/>
                <a:ext cx="127001"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ctr">
                <a:spAutoFit/>
              </a:bodyPr>
              <a:lstStyle>
                <a:lvl1pPr algn="ctr">
                  <a:defRPr sz="500">
                    <a:solidFill>
                      <a:srgbClr val="8C8F92"/>
                    </a:solidFill>
                    <a:latin typeface="Open Sans"/>
                    <a:ea typeface="Open Sans"/>
                    <a:cs typeface="Open Sans"/>
                    <a:sym typeface="Open Sans"/>
                  </a:defRPr>
                </a:lvl1pPr>
              </a:lstStyle>
              <a:p>
                <a:r>
                  <a:t>AA</a:t>
                </a:r>
              </a:p>
            </p:txBody>
          </p:sp>
        </p:grpSp>
      </p:grpSp>
      <p:grpSp>
        <p:nvGrpSpPr>
          <p:cNvPr id="2933" name="Groep 56"/>
          <p:cNvGrpSpPr/>
          <p:nvPr/>
        </p:nvGrpSpPr>
        <p:grpSpPr>
          <a:xfrm>
            <a:off x="9240708" y="4645724"/>
            <a:ext cx="471726" cy="441795"/>
            <a:chOff x="0" y="0"/>
            <a:chExt cx="471724" cy="441794"/>
          </a:xfrm>
        </p:grpSpPr>
        <p:sp>
          <p:nvSpPr>
            <p:cNvPr id="2931" name="Rechthoek 57"/>
            <p:cNvSpPr/>
            <p:nvPr/>
          </p:nvSpPr>
          <p:spPr>
            <a:xfrm>
              <a:off x="0" y="-1"/>
              <a:ext cx="471725" cy="441796"/>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32" name="Tekstballon: rechthoek met afgeronde hoeken 58"/>
            <p:cNvSpPr/>
            <p:nvPr/>
          </p:nvSpPr>
          <p:spPr>
            <a:xfrm>
              <a:off x="111808" y="121131"/>
              <a:ext cx="246459" cy="226883"/>
            </a:xfrm>
            <a:custGeom>
              <a:avLst/>
              <a:gdLst/>
              <a:ahLst/>
              <a:cxnLst>
                <a:cxn ang="0">
                  <a:pos x="wd2" y="hd2"/>
                </a:cxn>
                <a:cxn ang="5400000">
                  <a:pos x="wd2" y="hd2"/>
                </a:cxn>
                <a:cxn ang="10800000">
                  <a:pos x="wd2" y="hd2"/>
                </a:cxn>
                <a:cxn ang="16200000">
                  <a:pos x="wd2" y="hd2"/>
                </a:cxn>
              </a:cxnLst>
              <a:rect l="0" t="0" r="r" b="b"/>
              <a:pathLst>
                <a:path w="21600" h="21600" extrusionOk="0">
                  <a:moveTo>
                    <a:pt x="0" y="2608"/>
                  </a:moveTo>
                  <a:cubicBezTo>
                    <a:pt x="0" y="1168"/>
                    <a:pt x="1075" y="0"/>
                    <a:pt x="2401" y="0"/>
                  </a:cubicBezTo>
                  <a:lnTo>
                    <a:pt x="3600" y="0"/>
                  </a:lnTo>
                  <a:lnTo>
                    <a:pt x="19199" y="0"/>
                  </a:lnTo>
                  <a:cubicBezTo>
                    <a:pt x="20525" y="0"/>
                    <a:pt x="21600" y="1168"/>
                    <a:pt x="21600" y="2608"/>
                  </a:cubicBezTo>
                  <a:lnTo>
                    <a:pt x="21600" y="13039"/>
                  </a:lnTo>
                  <a:cubicBezTo>
                    <a:pt x="21600" y="14480"/>
                    <a:pt x="20525" y="15647"/>
                    <a:pt x="19199" y="15647"/>
                  </a:cubicBezTo>
                  <a:lnTo>
                    <a:pt x="9000" y="15647"/>
                  </a:lnTo>
                  <a:lnTo>
                    <a:pt x="5125" y="21600"/>
                  </a:lnTo>
                  <a:lnTo>
                    <a:pt x="3600" y="15647"/>
                  </a:lnTo>
                  <a:lnTo>
                    <a:pt x="2401" y="15647"/>
                  </a:lnTo>
                  <a:cubicBezTo>
                    <a:pt x="1075" y="15647"/>
                    <a:pt x="0" y="14480"/>
                    <a:pt x="0" y="13039"/>
                  </a:cubicBezTo>
                  <a:lnTo>
                    <a:pt x="0" y="9128"/>
                  </a:lnTo>
                  <a:close/>
                </a:path>
              </a:pathLst>
            </a:custGeom>
            <a:solidFill>
              <a:srgbClr val="FFCDB2"/>
            </a:solidFill>
            <a:ln w="12700" cap="flat">
              <a:solidFill>
                <a:srgbClr val="D97068"/>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sp>
        <p:nvSpPr>
          <p:cNvPr id="2934" name="Tekstvak 61"/>
          <p:cNvSpPr txBox="1"/>
          <p:nvPr/>
        </p:nvSpPr>
        <p:spPr>
          <a:xfrm>
            <a:off x="1679128" y="5412430"/>
            <a:ext cx="5761552" cy="965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400">
                <a:solidFill>
                  <a:srgbClr val="211F26"/>
                </a:solidFill>
                <a:latin typeface="Segoe UI"/>
                <a:ea typeface="Segoe UI"/>
                <a:cs typeface="Segoe UI"/>
                <a:sym typeface="Segoe UI"/>
              </a:defRPr>
            </a:lvl1pPr>
          </a:lstStyle>
          <a:p>
            <a:r>
              <a:t>Wanneer het venster voor opmerkingen is geopend zijn in de rechter bovenhoek twee knopjes zichtbaar. Met het linker knopje verplaats je je naar de vorige opmerking in de presentatie en met het rechter knopje verplaats je je naar de volgende opmerking.</a:t>
            </a:r>
          </a:p>
        </p:txBody>
      </p:sp>
      <p:grpSp>
        <p:nvGrpSpPr>
          <p:cNvPr id="2937" name="Ovaal 62"/>
          <p:cNvGrpSpPr/>
          <p:nvPr/>
        </p:nvGrpSpPr>
        <p:grpSpPr>
          <a:xfrm>
            <a:off x="8282534" y="5412430"/>
            <a:ext cx="288033" cy="288033"/>
            <a:chOff x="0" y="0"/>
            <a:chExt cx="288032" cy="288032"/>
          </a:xfrm>
        </p:grpSpPr>
        <p:sp>
          <p:nvSpPr>
            <p:cNvPr id="2935"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sz="1000" b="1" cap="all">
                  <a:solidFill>
                    <a:srgbClr val="FFFFFF"/>
                  </a:solidFill>
                  <a:latin typeface="Segoe UI"/>
                  <a:ea typeface="Segoe UI"/>
                  <a:cs typeface="Segoe UI"/>
                  <a:sym typeface="Segoe UI"/>
                </a:defRPr>
              </a:pPr>
              <a:endParaRPr/>
            </a:p>
          </p:txBody>
        </p:sp>
        <p:sp>
          <p:nvSpPr>
            <p:cNvPr id="2936" name="5"/>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5</a:t>
              </a:r>
            </a:p>
          </p:txBody>
        </p:sp>
      </p:grpSp>
      <p:grpSp>
        <p:nvGrpSpPr>
          <p:cNvPr id="2943" name="Groep 72"/>
          <p:cNvGrpSpPr/>
          <p:nvPr/>
        </p:nvGrpSpPr>
        <p:grpSpPr>
          <a:xfrm>
            <a:off x="8987356" y="5412430"/>
            <a:ext cx="412275" cy="429569"/>
            <a:chOff x="0" y="0"/>
            <a:chExt cx="412274" cy="429568"/>
          </a:xfrm>
        </p:grpSpPr>
        <p:sp>
          <p:nvSpPr>
            <p:cNvPr id="2938" name="Rechthoek 79"/>
            <p:cNvSpPr/>
            <p:nvPr/>
          </p:nvSpPr>
          <p:spPr>
            <a:xfrm>
              <a:off x="-1" y="-1"/>
              <a:ext cx="412276" cy="429570"/>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39" name="Tekstballon: rechthoek met afgeronde hoeken 80"/>
            <p:cNvSpPr/>
            <p:nvPr/>
          </p:nvSpPr>
          <p:spPr>
            <a:xfrm>
              <a:off x="98340" y="116842"/>
              <a:ext cx="244749" cy="225305"/>
            </a:xfrm>
            <a:custGeom>
              <a:avLst/>
              <a:gdLst/>
              <a:ahLst/>
              <a:cxnLst>
                <a:cxn ang="0">
                  <a:pos x="wd2" y="hd2"/>
                </a:cxn>
                <a:cxn ang="5400000">
                  <a:pos x="wd2" y="hd2"/>
                </a:cxn>
                <a:cxn ang="10800000">
                  <a:pos x="wd2" y="hd2"/>
                </a:cxn>
                <a:cxn ang="16200000">
                  <a:pos x="wd2" y="hd2"/>
                </a:cxn>
              </a:cxnLst>
              <a:rect l="0" t="0" r="r" b="b"/>
              <a:pathLst>
                <a:path w="21600" h="21600" extrusionOk="0">
                  <a:moveTo>
                    <a:pt x="0" y="2608"/>
                  </a:moveTo>
                  <a:cubicBezTo>
                    <a:pt x="0" y="1168"/>
                    <a:pt x="1075" y="0"/>
                    <a:pt x="2401" y="0"/>
                  </a:cubicBezTo>
                  <a:lnTo>
                    <a:pt x="3600" y="0"/>
                  </a:lnTo>
                  <a:lnTo>
                    <a:pt x="19199" y="0"/>
                  </a:lnTo>
                  <a:cubicBezTo>
                    <a:pt x="20525" y="0"/>
                    <a:pt x="21600" y="1168"/>
                    <a:pt x="21600" y="2608"/>
                  </a:cubicBezTo>
                  <a:lnTo>
                    <a:pt x="21600" y="13039"/>
                  </a:lnTo>
                  <a:cubicBezTo>
                    <a:pt x="21600" y="14480"/>
                    <a:pt x="20525" y="15647"/>
                    <a:pt x="19199" y="15647"/>
                  </a:cubicBezTo>
                  <a:lnTo>
                    <a:pt x="9000" y="15647"/>
                  </a:lnTo>
                  <a:lnTo>
                    <a:pt x="5125" y="21600"/>
                  </a:lnTo>
                  <a:lnTo>
                    <a:pt x="3600" y="15647"/>
                  </a:lnTo>
                  <a:lnTo>
                    <a:pt x="2401" y="15647"/>
                  </a:lnTo>
                  <a:cubicBezTo>
                    <a:pt x="1075" y="15647"/>
                    <a:pt x="0" y="14480"/>
                    <a:pt x="0" y="13039"/>
                  </a:cubicBezTo>
                  <a:lnTo>
                    <a:pt x="0" y="13039"/>
                  </a:lnTo>
                  <a:lnTo>
                    <a:pt x="0" y="9128"/>
                  </a:lnTo>
                  <a:close/>
                </a:path>
              </a:pathLst>
            </a:custGeom>
            <a:solidFill>
              <a:srgbClr val="F0F0F0"/>
            </a:solidFill>
            <a:ln w="6350" cap="flat">
              <a:solidFill>
                <a:srgbClr val="B7B4B3"/>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nvGrpSpPr>
            <p:cNvPr id="2942" name="Groep 81"/>
            <p:cNvGrpSpPr/>
            <p:nvPr/>
          </p:nvGrpSpPr>
          <p:grpSpPr>
            <a:xfrm>
              <a:off x="37765" y="69602"/>
              <a:ext cx="143713" cy="118906"/>
              <a:chOff x="0" y="0"/>
              <a:chExt cx="143711" cy="118905"/>
            </a:xfrm>
          </p:grpSpPr>
          <p:sp>
            <p:nvSpPr>
              <p:cNvPr id="2940" name="Rechthoek 82"/>
              <p:cNvSpPr/>
              <p:nvPr/>
            </p:nvSpPr>
            <p:spPr>
              <a:xfrm>
                <a:off x="45816" y="35229"/>
                <a:ext cx="97896" cy="48446"/>
              </a:xfrm>
              <a:prstGeom prst="rect">
                <a:avLst/>
              </a:prstGeom>
              <a:solidFill>
                <a:srgbClr val="5281AE"/>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41" name="Pijl: punthaak 83"/>
              <p:cNvSpPr/>
              <p:nvPr/>
            </p:nvSpPr>
            <p:spPr>
              <a:xfrm rot="10800000">
                <a:off x="-1" y="-1"/>
                <a:ext cx="108096" cy="118907"/>
              </a:xfrm>
              <a:prstGeom prst="chevron">
                <a:avLst>
                  <a:gd name="adj" fmla="val 50000"/>
                </a:avLst>
              </a:prstGeom>
              <a:solidFill>
                <a:srgbClr val="5281AE"/>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grpSp>
      <p:grpSp>
        <p:nvGrpSpPr>
          <p:cNvPr id="2949" name="Groep 73"/>
          <p:cNvGrpSpPr/>
          <p:nvPr/>
        </p:nvGrpSpPr>
        <p:grpSpPr>
          <a:xfrm>
            <a:off x="9516068" y="5412430"/>
            <a:ext cx="412275" cy="429569"/>
            <a:chOff x="0" y="0"/>
            <a:chExt cx="412274" cy="429568"/>
          </a:xfrm>
        </p:grpSpPr>
        <p:sp>
          <p:nvSpPr>
            <p:cNvPr id="2944" name="Rechthoek 74"/>
            <p:cNvSpPr/>
            <p:nvPr/>
          </p:nvSpPr>
          <p:spPr>
            <a:xfrm>
              <a:off x="-1" y="-1"/>
              <a:ext cx="412276" cy="429570"/>
            </a:xfrm>
            <a:prstGeom prst="rect">
              <a:avLst/>
            </a:prstGeom>
            <a:solidFill>
              <a:srgbClr val="FFFFFF"/>
            </a:solidFill>
            <a:ln w="6350" cap="flat">
              <a:solidFill>
                <a:srgbClr val="D2D2D2"/>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45" name="Tekstballon: rechthoek met afgeronde hoeken 75"/>
            <p:cNvSpPr/>
            <p:nvPr/>
          </p:nvSpPr>
          <p:spPr>
            <a:xfrm>
              <a:off x="98340" y="116842"/>
              <a:ext cx="244749" cy="225305"/>
            </a:xfrm>
            <a:custGeom>
              <a:avLst/>
              <a:gdLst/>
              <a:ahLst/>
              <a:cxnLst>
                <a:cxn ang="0">
                  <a:pos x="wd2" y="hd2"/>
                </a:cxn>
                <a:cxn ang="5400000">
                  <a:pos x="wd2" y="hd2"/>
                </a:cxn>
                <a:cxn ang="10800000">
                  <a:pos x="wd2" y="hd2"/>
                </a:cxn>
                <a:cxn ang="16200000">
                  <a:pos x="wd2" y="hd2"/>
                </a:cxn>
              </a:cxnLst>
              <a:rect l="0" t="0" r="r" b="b"/>
              <a:pathLst>
                <a:path w="21600" h="21600" extrusionOk="0">
                  <a:moveTo>
                    <a:pt x="0" y="2608"/>
                  </a:moveTo>
                  <a:cubicBezTo>
                    <a:pt x="0" y="1168"/>
                    <a:pt x="1075" y="0"/>
                    <a:pt x="2401" y="0"/>
                  </a:cubicBezTo>
                  <a:lnTo>
                    <a:pt x="3600" y="0"/>
                  </a:lnTo>
                  <a:lnTo>
                    <a:pt x="19199" y="0"/>
                  </a:lnTo>
                  <a:cubicBezTo>
                    <a:pt x="20525" y="0"/>
                    <a:pt x="21600" y="1168"/>
                    <a:pt x="21600" y="2608"/>
                  </a:cubicBezTo>
                  <a:lnTo>
                    <a:pt x="21600" y="13039"/>
                  </a:lnTo>
                  <a:cubicBezTo>
                    <a:pt x="21600" y="14480"/>
                    <a:pt x="20525" y="15647"/>
                    <a:pt x="19199" y="15647"/>
                  </a:cubicBezTo>
                  <a:lnTo>
                    <a:pt x="9000" y="15647"/>
                  </a:lnTo>
                  <a:lnTo>
                    <a:pt x="5125" y="21600"/>
                  </a:lnTo>
                  <a:lnTo>
                    <a:pt x="3600" y="15647"/>
                  </a:lnTo>
                  <a:lnTo>
                    <a:pt x="2401" y="15647"/>
                  </a:lnTo>
                  <a:cubicBezTo>
                    <a:pt x="1075" y="15647"/>
                    <a:pt x="0" y="14480"/>
                    <a:pt x="0" y="13039"/>
                  </a:cubicBezTo>
                  <a:lnTo>
                    <a:pt x="0" y="13039"/>
                  </a:lnTo>
                  <a:lnTo>
                    <a:pt x="0" y="9128"/>
                  </a:lnTo>
                  <a:close/>
                </a:path>
              </a:pathLst>
            </a:custGeom>
            <a:solidFill>
              <a:srgbClr val="F0F0F0"/>
            </a:solidFill>
            <a:ln w="6350" cap="flat">
              <a:solidFill>
                <a:srgbClr val="B7B4B3"/>
              </a:solidFill>
              <a:prstDash val="solid"/>
              <a:miter lim="8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nvGrpSpPr>
            <p:cNvPr id="2948" name="Groep 76"/>
            <p:cNvGrpSpPr/>
            <p:nvPr/>
          </p:nvGrpSpPr>
          <p:grpSpPr>
            <a:xfrm>
              <a:off x="82988" y="69602"/>
              <a:ext cx="143712" cy="118906"/>
              <a:chOff x="0" y="0"/>
              <a:chExt cx="143711" cy="118905"/>
            </a:xfrm>
          </p:grpSpPr>
          <p:sp>
            <p:nvSpPr>
              <p:cNvPr id="2946" name="Rechthoek 77"/>
              <p:cNvSpPr/>
              <p:nvPr/>
            </p:nvSpPr>
            <p:spPr>
              <a:xfrm flipH="1">
                <a:off x="0" y="35229"/>
                <a:ext cx="97895" cy="48446"/>
              </a:xfrm>
              <a:prstGeom prst="rect">
                <a:avLst/>
              </a:prstGeom>
              <a:solidFill>
                <a:srgbClr val="5281AE"/>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sp>
            <p:nvSpPr>
              <p:cNvPr id="2947" name="Pijl: punthaak 78"/>
              <p:cNvSpPr/>
              <p:nvPr/>
            </p:nvSpPr>
            <p:spPr>
              <a:xfrm rot="10800000" flipH="1">
                <a:off x="35616" y="0"/>
                <a:ext cx="108096" cy="118906"/>
              </a:xfrm>
              <a:prstGeom prst="chevron">
                <a:avLst>
                  <a:gd name="adj" fmla="val 50000"/>
                </a:avLst>
              </a:prstGeom>
              <a:solidFill>
                <a:srgbClr val="5281AE"/>
              </a:solidFill>
              <a:ln w="12700" cap="flat">
                <a:noFill/>
                <a:miter lim="400000"/>
              </a:ln>
              <a:effectLst/>
            </p:spPr>
            <p:txBody>
              <a:bodyPr wrap="square" lIns="45719" tIns="45719" rIns="45719" bIns="45719" numCol="1" anchor="ctr">
                <a:noAutofit/>
              </a:bodyPr>
              <a:lstStyle/>
              <a:p>
                <a:pPr>
                  <a:defRPr sz="1000">
                    <a:latin typeface="Open Sans Bold"/>
                    <a:ea typeface="Open Sans Bold"/>
                    <a:cs typeface="Open Sans Bold"/>
                    <a:sym typeface="Open Sans Bold"/>
                  </a:defRPr>
                </a:pPr>
                <a:endParaRPr/>
              </a:p>
            </p:txBody>
          </p:sp>
        </p:grpSp>
      </p:grpSp>
      <p:grpSp>
        <p:nvGrpSpPr>
          <p:cNvPr id="2952" name="Ovaal 84"/>
          <p:cNvGrpSpPr/>
          <p:nvPr/>
        </p:nvGrpSpPr>
        <p:grpSpPr>
          <a:xfrm>
            <a:off x="8762911" y="2648286"/>
            <a:ext cx="288033" cy="288033"/>
            <a:chOff x="0" y="0"/>
            <a:chExt cx="288032" cy="288032"/>
          </a:xfrm>
        </p:grpSpPr>
        <p:sp>
          <p:nvSpPr>
            <p:cNvPr id="2950"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a:solidFill>
                    <a:srgbClr val="FFFFFF"/>
                  </a:solidFill>
                  <a:latin typeface="+mj-lt"/>
                  <a:ea typeface="+mj-ea"/>
                  <a:cs typeface="+mj-cs"/>
                  <a:sym typeface="Calibri"/>
                </a:defRPr>
              </a:pPr>
              <a:endParaRPr/>
            </a:p>
          </p:txBody>
        </p:sp>
        <p:sp>
          <p:nvSpPr>
            <p:cNvPr id="2951" name="1"/>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1</a:t>
              </a:r>
            </a:p>
          </p:txBody>
        </p:sp>
      </p:grpSp>
      <p:grpSp>
        <p:nvGrpSpPr>
          <p:cNvPr id="2955" name="Ovaal 85"/>
          <p:cNvGrpSpPr/>
          <p:nvPr/>
        </p:nvGrpSpPr>
        <p:grpSpPr>
          <a:xfrm>
            <a:off x="8741151" y="3751522"/>
            <a:ext cx="288033" cy="288033"/>
            <a:chOff x="0" y="0"/>
            <a:chExt cx="288032" cy="288032"/>
          </a:xfrm>
        </p:grpSpPr>
        <p:sp>
          <p:nvSpPr>
            <p:cNvPr id="2953"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a:solidFill>
                    <a:srgbClr val="FFFFFF"/>
                  </a:solidFill>
                  <a:latin typeface="+mj-lt"/>
                  <a:ea typeface="+mj-ea"/>
                  <a:cs typeface="+mj-cs"/>
                  <a:sym typeface="Calibri"/>
                </a:defRPr>
              </a:pPr>
              <a:endParaRPr/>
            </a:p>
          </p:txBody>
        </p:sp>
        <p:sp>
          <p:nvSpPr>
            <p:cNvPr id="2954" name="3"/>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3</a:t>
              </a:r>
            </a:p>
          </p:txBody>
        </p:sp>
      </p:grpSp>
      <p:grpSp>
        <p:nvGrpSpPr>
          <p:cNvPr id="2958" name="Ovaal 86"/>
          <p:cNvGrpSpPr/>
          <p:nvPr/>
        </p:nvGrpSpPr>
        <p:grpSpPr>
          <a:xfrm>
            <a:off x="8571520" y="4645726"/>
            <a:ext cx="288033" cy="288033"/>
            <a:chOff x="0" y="0"/>
            <a:chExt cx="288032" cy="288032"/>
          </a:xfrm>
        </p:grpSpPr>
        <p:sp>
          <p:nvSpPr>
            <p:cNvPr id="2956"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a:solidFill>
                    <a:srgbClr val="FFFFFF"/>
                  </a:solidFill>
                  <a:latin typeface="+mj-lt"/>
                  <a:ea typeface="+mj-ea"/>
                  <a:cs typeface="+mj-cs"/>
                  <a:sym typeface="Calibri"/>
                </a:defRPr>
              </a:pPr>
              <a:endParaRPr/>
            </a:p>
          </p:txBody>
        </p:sp>
        <p:sp>
          <p:nvSpPr>
            <p:cNvPr id="2957" name="4"/>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4</a:t>
              </a:r>
            </a:p>
          </p:txBody>
        </p:sp>
      </p:grpSp>
      <p:grpSp>
        <p:nvGrpSpPr>
          <p:cNvPr id="2961" name="Ovaal 87"/>
          <p:cNvGrpSpPr/>
          <p:nvPr/>
        </p:nvGrpSpPr>
        <p:grpSpPr>
          <a:xfrm>
            <a:off x="8773859" y="3160240"/>
            <a:ext cx="288033" cy="288033"/>
            <a:chOff x="0" y="0"/>
            <a:chExt cx="288032" cy="288032"/>
          </a:xfrm>
        </p:grpSpPr>
        <p:sp>
          <p:nvSpPr>
            <p:cNvPr id="2959"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a:solidFill>
                    <a:srgbClr val="FFFFFF"/>
                  </a:solidFill>
                  <a:latin typeface="+mj-lt"/>
                  <a:ea typeface="+mj-ea"/>
                  <a:cs typeface="+mj-cs"/>
                  <a:sym typeface="Calibri"/>
                </a:defRPr>
              </a:pPr>
              <a:endParaRPr/>
            </a:p>
          </p:txBody>
        </p:sp>
        <p:sp>
          <p:nvSpPr>
            <p:cNvPr id="2960" name="2"/>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2</a:t>
              </a:r>
            </a:p>
          </p:txBody>
        </p:sp>
      </p:grpSp>
      <p:grpSp>
        <p:nvGrpSpPr>
          <p:cNvPr id="2964" name="Ovaal 93"/>
          <p:cNvGrpSpPr/>
          <p:nvPr/>
        </p:nvGrpSpPr>
        <p:grpSpPr>
          <a:xfrm>
            <a:off x="1215428" y="5412430"/>
            <a:ext cx="288033" cy="288033"/>
            <a:chOff x="0" y="0"/>
            <a:chExt cx="288032" cy="288032"/>
          </a:xfrm>
        </p:grpSpPr>
        <p:sp>
          <p:nvSpPr>
            <p:cNvPr id="2962"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sz="1000" b="1" cap="all">
                  <a:solidFill>
                    <a:srgbClr val="FFFFFF"/>
                  </a:solidFill>
                  <a:latin typeface="Segoe UI"/>
                  <a:ea typeface="Segoe UI"/>
                  <a:cs typeface="Segoe UI"/>
                  <a:sym typeface="Segoe UI"/>
                </a:defRPr>
              </a:pPr>
              <a:endParaRPr/>
            </a:p>
          </p:txBody>
        </p:sp>
        <p:sp>
          <p:nvSpPr>
            <p:cNvPr id="2963" name="5"/>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5</a:t>
              </a:r>
            </a:p>
          </p:txBody>
        </p:sp>
      </p:grpSp>
      <p:grpSp>
        <p:nvGrpSpPr>
          <p:cNvPr id="2967" name="Ovaal 94"/>
          <p:cNvGrpSpPr/>
          <p:nvPr/>
        </p:nvGrpSpPr>
        <p:grpSpPr>
          <a:xfrm>
            <a:off x="1215428" y="2648286"/>
            <a:ext cx="288033" cy="288033"/>
            <a:chOff x="0" y="0"/>
            <a:chExt cx="288032" cy="288032"/>
          </a:xfrm>
        </p:grpSpPr>
        <p:sp>
          <p:nvSpPr>
            <p:cNvPr id="2965"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a:solidFill>
                    <a:srgbClr val="FFFFFF"/>
                  </a:solidFill>
                  <a:latin typeface="+mj-lt"/>
                  <a:ea typeface="+mj-ea"/>
                  <a:cs typeface="+mj-cs"/>
                  <a:sym typeface="Calibri"/>
                </a:defRPr>
              </a:pPr>
              <a:endParaRPr/>
            </a:p>
          </p:txBody>
        </p:sp>
        <p:sp>
          <p:nvSpPr>
            <p:cNvPr id="2966" name="1"/>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1</a:t>
              </a:r>
            </a:p>
          </p:txBody>
        </p:sp>
      </p:grpSp>
      <p:grpSp>
        <p:nvGrpSpPr>
          <p:cNvPr id="2970" name="Ovaal 95"/>
          <p:cNvGrpSpPr/>
          <p:nvPr/>
        </p:nvGrpSpPr>
        <p:grpSpPr>
          <a:xfrm>
            <a:off x="1215428" y="3751522"/>
            <a:ext cx="288033" cy="288033"/>
            <a:chOff x="0" y="0"/>
            <a:chExt cx="288032" cy="288032"/>
          </a:xfrm>
        </p:grpSpPr>
        <p:sp>
          <p:nvSpPr>
            <p:cNvPr id="2968"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a:solidFill>
                    <a:srgbClr val="FFFFFF"/>
                  </a:solidFill>
                  <a:latin typeface="+mj-lt"/>
                  <a:ea typeface="+mj-ea"/>
                  <a:cs typeface="+mj-cs"/>
                  <a:sym typeface="Calibri"/>
                </a:defRPr>
              </a:pPr>
              <a:endParaRPr/>
            </a:p>
          </p:txBody>
        </p:sp>
        <p:sp>
          <p:nvSpPr>
            <p:cNvPr id="2969" name="3"/>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3</a:t>
              </a:r>
            </a:p>
          </p:txBody>
        </p:sp>
      </p:grpSp>
      <p:grpSp>
        <p:nvGrpSpPr>
          <p:cNvPr id="2973" name="Ovaal 96"/>
          <p:cNvGrpSpPr/>
          <p:nvPr/>
        </p:nvGrpSpPr>
        <p:grpSpPr>
          <a:xfrm>
            <a:off x="1215428" y="4645726"/>
            <a:ext cx="288033" cy="288033"/>
            <a:chOff x="0" y="0"/>
            <a:chExt cx="288032" cy="288032"/>
          </a:xfrm>
        </p:grpSpPr>
        <p:sp>
          <p:nvSpPr>
            <p:cNvPr id="2971"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a:solidFill>
                    <a:srgbClr val="FFFFFF"/>
                  </a:solidFill>
                  <a:latin typeface="+mj-lt"/>
                  <a:ea typeface="+mj-ea"/>
                  <a:cs typeface="+mj-cs"/>
                  <a:sym typeface="Calibri"/>
                </a:defRPr>
              </a:pPr>
              <a:endParaRPr/>
            </a:p>
          </p:txBody>
        </p:sp>
        <p:sp>
          <p:nvSpPr>
            <p:cNvPr id="2972" name="4"/>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4</a:t>
              </a:r>
            </a:p>
          </p:txBody>
        </p:sp>
      </p:grpSp>
      <p:grpSp>
        <p:nvGrpSpPr>
          <p:cNvPr id="2976" name="Ovaal 97"/>
          <p:cNvGrpSpPr/>
          <p:nvPr/>
        </p:nvGrpSpPr>
        <p:grpSpPr>
          <a:xfrm>
            <a:off x="1215428" y="3160240"/>
            <a:ext cx="288033" cy="288033"/>
            <a:chOff x="0" y="0"/>
            <a:chExt cx="288032" cy="288032"/>
          </a:xfrm>
        </p:grpSpPr>
        <p:sp>
          <p:nvSpPr>
            <p:cNvPr id="2974" name="Circle"/>
            <p:cNvSpPr/>
            <p:nvPr/>
          </p:nvSpPr>
          <p:spPr>
            <a:xfrm>
              <a:off x="-1" y="-1"/>
              <a:ext cx="288034" cy="288034"/>
            </a:xfrm>
            <a:prstGeom prst="ellipse">
              <a:avLst/>
            </a:prstGeom>
            <a:solidFill>
              <a:srgbClr val="000000"/>
            </a:solidFill>
            <a:ln w="12700" cap="flat">
              <a:noFill/>
              <a:miter lim="400000"/>
            </a:ln>
            <a:effectLst/>
          </p:spPr>
          <p:txBody>
            <a:bodyPr wrap="square" lIns="45719" tIns="45719" rIns="45719" bIns="45719" numCol="1" anchor="ctr">
              <a:noAutofit/>
            </a:bodyPr>
            <a:lstStyle/>
            <a:p>
              <a:pPr algn="ctr">
                <a:lnSpc>
                  <a:spcPct val="80000"/>
                </a:lnSpc>
                <a:spcBef>
                  <a:spcPts val="600"/>
                </a:spcBef>
                <a:defRPr>
                  <a:solidFill>
                    <a:srgbClr val="FFFFFF"/>
                  </a:solidFill>
                  <a:latin typeface="+mj-lt"/>
                  <a:ea typeface="+mj-ea"/>
                  <a:cs typeface="+mj-cs"/>
                  <a:sym typeface="Calibri"/>
                </a:defRPr>
              </a:pPr>
              <a:endParaRPr/>
            </a:p>
          </p:txBody>
        </p:sp>
        <p:sp>
          <p:nvSpPr>
            <p:cNvPr id="2975" name="2"/>
            <p:cNvSpPr txBox="1"/>
            <p:nvPr/>
          </p:nvSpPr>
          <p:spPr>
            <a:xfrm>
              <a:off x="42180" y="55116"/>
              <a:ext cx="203672" cy="177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80000"/>
                </a:lnSpc>
                <a:spcBef>
                  <a:spcPts val="600"/>
                </a:spcBef>
                <a:defRPr sz="1000" b="1" cap="all">
                  <a:solidFill>
                    <a:srgbClr val="FFFFFF"/>
                  </a:solidFill>
                  <a:latin typeface="Segoe UI"/>
                  <a:ea typeface="Segoe UI"/>
                  <a:cs typeface="Segoe UI"/>
                  <a:sym typeface="Segoe UI"/>
                </a:defRPr>
              </a:lvl1pPr>
            </a:lstStyle>
            <a:p>
              <a:r>
                <a:t>2</a:t>
              </a:r>
            </a:p>
          </p:txBody>
        </p:sp>
      </p:grpSp>
      <p:sp>
        <p:nvSpPr>
          <p:cNvPr id="2977" name="HYPERLINK (WEBSITE)">
            <a:hlinkClick r:id="rId3"/>
          </p:cNvPr>
          <p:cNvSpPr/>
          <p:nvPr/>
        </p:nvSpPr>
        <p:spPr>
          <a:xfrm>
            <a:off x="-1" y="0"/>
            <a:ext cx="1330651" cy="1100697"/>
          </a:xfrm>
          <a:prstGeom prst="rect">
            <a:avLst/>
          </a:prstGeom>
          <a:solidFill>
            <a:srgbClr val="4472C4">
              <a:alpha val="0"/>
            </a:srgbClr>
          </a:solidFill>
          <a:ln w="12700">
            <a:miter lim="400000"/>
          </a:ln>
        </p:spPr>
        <p:txBody>
          <a:bodyPr lIns="45719" rIns="45719" anchor="ctr"/>
          <a:lstStyle/>
          <a:p>
            <a:pPr>
              <a:defRPr sz="1000" b="1">
                <a:solidFill>
                  <a:srgbClr val="211F26"/>
                </a:solidFill>
                <a:latin typeface="+mj-lt"/>
                <a:ea typeface="+mj-ea"/>
                <a:cs typeface="+mj-cs"/>
                <a:sym typeface="Calibri"/>
              </a:defRPr>
            </a:pPr>
            <a:endParaRPr/>
          </a:p>
        </p:txBody>
      </p:sp>
      <p:sp>
        <p:nvSpPr>
          <p:cNvPr id="2978" name="Slide Number"/>
          <p:cNvSpPr txBox="1">
            <a:spLocks noGrp="1"/>
          </p:cNvSpPr>
          <p:nvPr>
            <p:ph type="sldNum" sz="quarter" idx="2"/>
          </p:nvPr>
        </p:nvSpPr>
        <p:spPr>
          <a:prstGeom prst="rect">
            <a:avLst/>
          </a:prstGeom>
        </p:spPr>
        <p:txBody>
          <a:bodyPr/>
          <a:lstStyle/>
          <a:p>
            <a:fld id="{86CB4B4D-7CA3-9044-876B-883B54F8677D}" type="slidenum">
              <a:t>‹#›</a:t>
            </a:fld>
            <a:endParaRPr/>
          </a:p>
        </p:txBody>
      </p:sp>
      <p:grpSp>
        <p:nvGrpSpPr>
          <p:cNvPr id="2" name="Group 1">
            <a:extLst>
              <a:ext uri="{FF2B5EF4-FFF2-40B4-BE49-F238E27FC236}">
                <a16:creationId xmlns:a16="http://schemas.microsoft.com/office/drawing/2014/main" id="{974638DB-4D75-C52F-D973-00F96BB5AE79}"/>
              </a:ext>
            </a:extLst>
          </p:cNvPr>
          <p:cNvGrpSpPr/>
          <p:nvPr userDrawn="1"/>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F188DEEB-462A-400B-945C-B119D6BC4A0E}"/>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E214E2D8-00F5-BD41-8254-E9EB286CD83D}"/>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7B540A62-6CD7-5CEE-8565-0F67CC63ACFF}"/>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1270AD90-1557-FAB5-E8ED-84B759A023F4}"/>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514718B0-3208-21D2-4289-01F3C7F153EA}"/>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16992BD4-7A57-DD79-482B-A05929A6FBBA}"/>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B4FDA908-D7CD-C61E-F351-7BA991D1A422}"/>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866AE231-A45A-A3CD-CC92-8908740CA5F7}"/>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FCAEB9C1-439A-C549-4DA8-5B696827114F}"/>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C4BB8C6C-91CE-CD13-2382-8619C236B0EA}"/>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14717A4D-CC49-1EF2-2640-5AFFE205E437}"/>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6B34BE69-F28A-3F8A-347A-67DC745E64D2}"/>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3A0419C0-78F6-5BC9-BC95-9B67A80ED705}"/>
                </a:ext>
              </a:extLst>
            </p:cNvPr>
            <p:cNvSpPr/>
            <p:nvPr userDrawn="1"/>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Aangepaste indelin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DB2A1188-7655-3942-B402-ABAD519EE9F7}"/>
              </a:ext>
            </a:extLst>
          </p:cNvPr>
          <p:cNvSpPr/>
          <p:nvPr userDrawn="1"/>
        </p:nvSpPr>
        <p:spPr>
          <a:xfrm>
            <a:off x="-10750" y="0"/>
            <a:ext cx="12202750" cy="6858000"/>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Tijdelijke aanduiding voor tekst 24">
            <a:extLst>
              <a:ext uri="{FF2B5EF4-FFF2-40B4-BE49-F238E27FC236}">
                <a16:creationId xmlns:a16="http://schemas.microsoft.com/office/drawing/2014/main" id="{96A52489-BD48-5A40-AF40-C7FE89A51653}"/>
              </a:ext>
            </a:extLst>
          </p:cNvPr>
          <p:cNvSpPr>
            <a:spLocks noGrp="1"/>
          </p:cNvSpPr>
          <p:nvPr>
            <p:ph type="body" sz="quarter" idx="14" hasCustomPrompt="1"/>
          </p:nvPr>
        </p:nvSpPr>
        <p:spPr>
          <a:xfrm>
            <a:off x="-10748" y="0"/>
            <a:ext cx="12202750" cy="6858000"/>
          </a:xfrm>
          <a:custGeom>
            <a:avLst/>
            <a:gdLst>
              <a:gd name="connsiteX0" fmla="*/ 12202750 w 12202750"/>
              <a:gd name="connsiteY0" fmla="*/ 4626493 h 6858000"/>
              <a:gd name="connsiteX1" fmla="*/ 12202750 w 12202750"/>
              <a:gd name="connsiteY1" fmla="*/ 6858000 h 6858000"/>
              <a:gd name="connsiteX2" fmla="*/ 11270933 w 12202750"/>
              <a:gd name="connsiteY2" fmla="*/ 6858000 h 6858000"/>
              <a:gd name="connsiteX3" fmla="*/ 11292806 w 12202750"/>
              <a:gd name="connsiteY3" fmla="*/ 6823366 h 6858000"/>
              <a:gd name="connsiteX4" fmla="*/ 12132976 w 12202750"/>
              <a:gd name="connsiteY4" fmla="*/ 4864546 h 6858000"/>
              <a:gd name="connsiteX5" fmla="*/ 7211067 w 12202750"/>
              <a:gd name="connsiteY5" fmla="*/ 0 h 6858000"/>
              <a:gd name="connsiteX6" fmla="*/ 12202750 w 12202750"/>
              <a:gd name="connsiteY6" fmla="*/ 0 h 6858000"/>
              <a:gd name="connsiteX7" fmla="*/ 12202750 w 12202750"/>
              <a:gd name="connsiteY7" fmla="*/ 1701685 h 6858000"/>
              <a:gd name="connsiteX8" fmla="*/ 12201531 w 12202750"/>
              <a:gd name="connsiteY8" fmla="*/ 1703737 h 6858000"/>
              <a:gd name="connsiteX9" fmla="*/ 12013073 w 12202750"/>
              <a:gd name="connsiteY9" fmla="*/ 2040528 h 6858000"/>
              <a:gd name="connsiteX10" fmla="*/ 6393116 w 12202750"/>
              <a:gd name="connsiteY10" fmla="*/ 3130572 h 6858000"/>
              <a:gd name="connsiteX11" fmla="*/ 7006806 w 12202750"/>
              <a:gd name="connsiteY11" fmla="*/ 307865 h 6858000"/>
              <a:gd name="connsiteX12" fmla="*/ 0 w 12202750"/>
              <a:gd name="connsiteY12" fmla="*/ 0 h 6858000"/>
              <a:gd name="connsiteX13" fmla="*/ 4305911 w 12202750"/>
              <a:gd name="connsiteY13" fmla="*/ 0 h 6858000"/>
              <a:gd name="connsiteX14" fmla="*/ 4155867 w 12202750"/>
              <a:gd name="connsiteY14" fmla="*/ 111493 h 6858000"/>
              <a:gd name="connsiteX15" fmla="*/ 71946 w 12202750"/>
              <a:gd name="connsiteY15" fmla="*/ 4799708 h 6858000"/>
              <a:gd name="connsiteX16" fmla="*/ 0 w 12202750"/>
              <a:gd name="connsiteY16" fmla="*/ 50361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02750" h="6858000">
                <a:moveTo>
                  <a:pt x="12202750" y="4626493"/>
                </a:moveTo>
                <a:lnTo>
                  <a:pt x="12202750" y="6858000"/>
                </a:lnTo>
                <a:lnTo>
                  <a:pt x="11270933" y="6858000"/>
                </a:lnTo>
                <a:lnTo>
                  <a:pt x="11292806" y="6823366"/>
                </a:lnTo>
                <a:cubicBezTo>
                  <a:pt x="11642946" y="6229435"/>
                  <a:pt x="11912279" y="5587138"/>
                  <a:pt x="12132976" y="4864546"/>
                </a:cubicBezTo>
                <a:close/>
                <a:moveTo>
                  <a:pt x="7211067" y="0"/>
                </a:moveTo>
                <a:lnTo>
                  <a:pt x="12202750" y="0"/>
                </a:lnTo>
                <a:lnTo>
                  <a:pt x="12202750" y="1701685"/>
                </a:lnTo>
                <a:lnTo>
                  <a:pt x="12201531" y="1703737"/>
                </a:lnTo>
                <a:cubicBezTo>
                  <a:pt x="12144874" y="1802592"/>
                  <a:pt x="12082910" y="1915911"/>
                  <a:pt x="12013073" y="2040528"/>
                </a:cubicBezTo>
                <a:cubicBezTo>
                  <a:pt x="10966860" y="3848144"/>
                  <a:pt x="7570785" y="5940600"/>
                  <a:pt x="6393116" y="3130572"/>
                </a:cubicBezTo>
                <a:cubicBezTo>
                  <a:pt x="5995310" y="2183970"/>
                  <a:pt x="6384878" y="1279305"/>
                  <a:pt x="7006806" y="307865"/>
                </a:cubicBezTo>
                <a:close/>
                <a:moveTo>
                  <a:pt x="0" y="0"/>
                </a:moveTo>
                <a:lnTo>
                  <a:pt x="4305911" y="0"/>
                </a:lnTo>
                <a:lnTo>
                  <a:pt x="4155867" y="111493"/>
                </a:lnTo>
                <a:cubicBezTo>
                  <a:pt x="2427429" y="1408339"/>
                  <a:pt x="762773" y="2806566"/>
                  <a:pt x="71946" y="4799708"/>
                </a:cubicBezTo>
                <a:lnTo>
                  <a:pt x="0" y="5036128"/>
                </a:lnTo>
                <a:close/>
              </a:path>
            </a:pathLst>
          </a:custGeom>
          <a:solidFill>
            <a:schemeClr val="accent1"/>
          </a:solidFill>
        </p:spPr>
        <p:txBody>
          <a:bodyPr wrap="square">
            <a:noAutofit/>
          </a:bodyPr>
          <a:lstStyle>
            <a:lvl1pPr marL="0" indent="0">
              <a:buNone/>
              <a:defRPr/>
            </a:lvl1pPr>
          </a:lstStyle>
          <a:p>
            <a:pPr lvl="0"/>
            <a:r>
              <a:rPr lang="nl-NL" dirty="0"/>
              <a:t>  </a:t>
            </a:r>
            <a:endParaRPr lang="en-GB" dirty="0"/>
          </a:p>
        </p:txBody>
      </p:sp>
      <p:sp>
        <p:nvSpPr>
          <p:cNvPr id="7" name="Titel 5">
            <a:extLst>
              <a:ext uri="{FF2B5EF4-FFF2-40B4-BE49-F238E27FC236}">
                <a16:creationId xmlns:a16="http://schemas.microsoft.com/office/drawing/2014/main" id="{7AE71AD1-5D76-2045-8B27-CC0C09C99831}"/>
              </a:ext>
            </a:extLst>
          </p:cNvPr>
          <p:cNvSpPr>
            <a:spLocks noGrp="1"/>
          </p:cNvSpPr>
          <p:nvPr>
            <p:ph type="title" hasCustomPrompt="1"/>
          </p:nvPr>
        </p:nvSpPr>
        <p:spPr>
          <a:xfrm>
            <a:off x="2153413" y="3879852"/>
            <a:ext cx="9358256" cy="1621063"/>
          </a:xfrm>
        </p:spPr>
        <p:txBody>
          <a:bodyPr anchor="b"/>
          <a:lstStyle>
            <a:lvl1pPr algn="r">
              <a:defRPr sz="3800">
                <a:solidFill>
                  <a:schemeClr val="bg1"/>
                </a:solidFill>
              </a:defRPr>
            </a:lvl1pPr>
          </a:lstStyle>
          <a:p>
            <a:r>
              <a:rPr lang="nl-NL" dirty="0"/>
              <a:t>Plaats hier de titel van </a:t>
            </a:r>
            <a:br>
              <a:rPr lang="nl-NL" dirty="0"/>
            </a:br>
            <a:r>
              <a:rPr lang="nl-NL" dirty="0"/>
              <a:t>de presentatie, max. 2 regels</a:t>
            </a:r>
          </a:p>
        </p:txBody>
      </p:sp>
      <p:sp>
        <p:nvSpPr>
          <p:cNvPr id="8" name="Ondertitel 2">
            <a:extLst>
              <a:ext uri="{FF2B5EF4-FFF2-40B4-BE49-F238E27FC236}">
                <a16:creationId xmlns:a16="http://schemas.microsoft.com/office/drawing/2014/main" id="{FFCFFB82-1AE5-3D4E-9AD9-487B27ADF680}"/>
              </a:ext>
            </a:extLst>
          </p:cNvPr>
          <p:cNvSpPr>
            <a:spLocks noGrp="1"/>
          </p:cNvSpPr>
          <p:nvPr>
            <p:ph type="subTitle" idx="1" hasCustomPrompt="1"/>
          </p:nvPr>
        </p:nvSpPr>
        <p:spPr>
          <a:xfrm>
            <a:off x="7782466" y="5664394"/>
            <a:ext cx="3729203" cy="248472"/>
          </a:xfrm>
        </p:spPr>
        <p:txBody>
          <a:bodyPr anchor="ctr"/>
          <a:lstStyle>
            <a:lvl1pPr marL="0" indent="0" algn="r">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Naam van de spreker of datum</a:t>
            </a:r>
          </a:p>
        </p:txBody>
      </p:sp>
      <p:pic>
        <p:nvPicPr>
          <p:cNvPr id="10" name="Graphic 9">
            <a:extLst>
              <a:ext uri="{FF2B5EF4-FFF2-40B4-BE49-F238E27FC236}">
                <a16:creationId xmlns:a16="http://schemas.microsoft.com/office/drawing/2014/main" id="{079C7039-4CB9-294D-98BC-738FE5C22E6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800" y="5846400"/>
            <a:ext cx="1461599" cy="1033080"/>
          </a:xfrm>
          <a:prstGeom prst="rect">
            <a:avLst/>
          </a:prstGeom>
        </p:spPr>
      </p:pic>
    </p:spTree>
    <p:extLst>
      <p:ext uri="{BB962C8B-B14F-4D97-AF65-F5344CB8AC3E}">
        <p14:creationId xmlns:p14="http://schemas.microsoft.com/office/powerpoint/2010/main" val="1957991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4" name="Group 4"/>
          <p:cNvGrpSpPr/>
          <p:nvPr/>
        </p:nvGrpSpPr>
        <p:grpSpPr>
          <a:xfrm>
            <a:off x="698501" y="5884314"/>
            <a:ext cx="1454912" cy="577167"/>
            <a:chOff x="0" y="0"/>
            <a:chExt cx="1454911" cy="577165"/>
          </a:xfrm>
        </p:grpSpPr>
        <p:sp>
          <p:nvSpPr>
            <p:cNvPr id="36"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7"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8"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9"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0"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41"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2"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3"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45" name="Rechthoek 6"/>
          <p:cNvSpPr/>
          <p:nvPr/>
        </p:nvSpPr>
        <p:spPr>
          <a:xfrm>
            <a:off x="161518" y="119267"/>
            <a:ext cx="11868965" cy="6408281"/>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46" name="Tekstvak 4"/>
          <p:cNvSpPr txBox="1"/>
          <p:nvPr/>
        </p:nvSpPr>
        <p:spPr>
          <a:xfrm>
            <a:off x="34969" y="-662297"/>
            <a:ext cx="12100562"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a:solidFill>
                  <a:schemeClr val="tx1"/>
                </a:solidFill>
              </a:rPr>
              <a:t>Logo (</a:t>
            </a:r>
            <a:r>
              <a:rPr dirty="0" err="1">
                <a:solidFill>
                  <a:schemeClr val="tx1"/>
                </a:solidFill>
              </a:rPr>
              <a:t>Animatie</a:t>
            </a:r>
            <a:r>
              <a:rPr dirty="0">
                <a:solidFill>
                  <a:schemeClr val="tx1"/>
                </a:solidFill>
              </a:rPr>
              <a:t>)</a:t>
            </a:r>
          </a:p>
        </p:txBody>
      </p:sp>
      <p:sp>
        <p:nvSpPr>
          <p:cNvPr id="60" name="Freeform 5"/>
          <p:cNvSpPr/>
          <p:nvPr/>
        </p:nvSpPr>
        <p:spPr>
          <a:xfrm>
            <a:off x="4543471" y="3282713"/>
            <a:ext cx="950757" cy="1038005"/>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8"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8" y="21600"/>
                  <a:pt x="10800" y="21600"/>
                </a:cubicBezTo>
                <a:cubicBezTo>
                  <a:pt x="5062" y="21600"/>
                  <a:pt x="0" y="19096"/>
                  <a:pt x="0" y="13461"/>
                </a:cubicBezTo>
                <a:cubicBezTo>
                  <a:pt x="0" y="0"/>
                  <a:pt x="0" y="0"/>
                  <a:pt x="0" y="0"/>
                </a:cubicBezTo>
                <a:cubicBezTo>
                  <a:pt x="6412" y="0"/>
                  <a:pt x="6412" y="0"/>
                  <a:pt x="6412" y="0"/>
                </a:cubicBezTo>
                <a:cubicBezTo>
                  <a:pt x="6412" y="13148"/>
                  <a:pt x="6412" y="13148"/>
                  <a:pt x="6412" y="13148"/>
                </a:cubicBezTo>
                <a:cubicBezTo>
                  <a:pt x="6412" y="15652"/>
                  <a:pt x="7762" y="17530"/>
                  <a:pt x="10800" y="17530"/>
                </a:cubicBezTo>
                <a:close/>
              </a:path>
            </a:pathLst>
          </a:custGeom>
          <a:solidFill>
            <a:schemeClr val="accent1"/>
          </a:solidFill>
          <a:ln w="12700">
            <a:miter lim="400000"/>
          </a:ln>
        </p:spPr>
        <p:txBody>
          <a:bodyPr lIns="45719" rIns="45719"/>
          <a:lstStyle/>
          <a:p>
            <a:endParaRPr/>
          </a:p>
        </p:txBody>
      </p:sp>
      <p:sp>
        <p:nvSpPr>
          <p:cNvPr id="61" name="Freeform 6"/>
          <p:cNvSpPr/>
          <p:nvPr/>
        </p:nvSpPr>
        <p:spPr>
          <a:xfrm>
            <a:off x="3518892" y="3282713"/>
            <a:ext cx="892593" cy="1008923"/>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a:miter lim="400000"/>
          </a:ln>
        </p:spPr>
        <p:txBody>
          <a:bodyPr lIns="45719" rIns="45719"/>
          <a:lstStyle/>
          <a:p>
            <a:endParaRPr/>
          </a:p>
        </p:txBody>
      </p:sp>
      <p:sp>
        <p:nvSpPr>
          <p:cNvPr id="62" name="Freeform 7"/>
          <p:cNvSpPr/>
          <p:nvPr/>
        </p:nvSpPr>
        <p:spPr>
          <a:xfrm>
            <a:off x="3790419" y="2276031"/>
            <a:ext cx="943961" cy="946283"/>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a:miter lim="400000"/>
          </a:ln>
        </p:spPr>
        <p:txBody>
          <a:bodyPr lIns="45719" rIns="45719"/>
          <a:lstStyle/>
          <a:p>
            <a:endParaRPr/>
          </a:p>
        </p:txBody>
      </p:sp>
      <p:sp>
        <p:nvSpPr>
          <p:cNvPr id="63" name="Freeform 8"/>
          <p:cNvSpPr/>
          <p:nvPr/>
        </p:nvSpPr>
        <p:spPr>
          <a:xfrm>
            <a:off x="6713432" y="3569060"/>
            <a:ext cx="624144" cy="751658"/>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a:miter lim="400000"/>
          </a:ln>
        </p:spPr>
        <p:txBody>
          <a:bodyPr lIns="45719" rIns="45719"/>
          <a:lstStyle/>
          <a:p>
            <a:endParaRPr/>
          </a:p>
        </p:txBody>
      </p:sp>
      <p:sp>
        <p:nvSpPr>
          <p:cNvPr id="64" name="Rectangle 9"/>
          <p:cNvSpPr/>
          <p:nvPr/>
        </p:nvSpPr>
        <p:spPr>
          <a:xfrm>
            <a:off x="7500883" y="3282713"/>
            <a:ext cx="118566" cy="1008922"/>
          </a:xfrm>
          <a:prstGeom prst="rect">
            <a:avLst/>
          </a:prstGeom>
          <a:solidFill>
            <a:srgbClr val="000000"/>
          </a:solidFill>
          <a:ln w="12700">
            <a:miter lim="400000"/>
          </a:ln>
        </p:spPr>
        <p:txBody>
          <a:bodyPr lIns="45719" rIns="45719"/>
          <a:lstStyle/>
          <a:p>
            <a:endParaRPr/>
          </a:p>
        </p:txBody>
      </p:sp>
      <p:sp>
        <p:nvSpPr>
          <p:cNvPr id="65" name="Freeform 10"/>
          <p:cNvSpPr/>
          <p:nvPr/>
        </p:nvSpPr>
        <p:spPr>
          <a:xfrm>
            <a:off x="7767094" y="3269291"/>
            <a:ext cx="447416" cy="102234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a:miter lim="400000"/>
          </a:ln>
        </p:spPr>
        <p:txBody>
          <a:bodyPr lIns="45719" rIns="45719"/>
          <a:lstStyle/>
          <a:p>
            <a:endParaRPr/>
          </a:p>
        </p:txBody>
      </p:sp>
      <p:sp>
        <p:nvSpPr>
          <p:cNvPr id="66" name="Freeform 11"/>
          <p:cNvSpPr/>
          <p:nvPr/>
        </p:nvSpPr>
        <p:spPr>
          <a:xfrm>
            <a:off x="8272673" y="3403515"/>
            <a:ext cx="400437" cy="917202"/>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a:miter lim="400000"/>
          </a:ln>
        </p:spPr>
        <p:txBody>
          <a:bodyPr lIns="45719" rIns="45719"/>
          <a:lstStyle/>
          <a:p>
            <a:endParaRPr/>
          </a:p>
        </p:txBody>
      </p:sp>
      <p:sp>
        <p:nvSpPr>
          <p:cNvPr id="67" name="Freeform 12"/>
          <p:cNvSpPr/>
          <p:nvPr/>
        </p:nvSpPr>
        <p:spPr>
          <a:xfrm>
            <a:off x="5776098" y="3282713"/>
            <a:ext cx="803111" cy="10089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a:miter lim="400000"/>
          </a:ln>
        </p:spPr>
        <p:txBody>
          <a:bodyPr lIns="45719" rIns="45719"/>
          <a:lstStyle/>
          <a:p>
            <a:endParaRPr/>
          </a:p>
        </p:txBody>
      </p:sp>
      <p:sp>
        <p:nvSpPr>
          <p:cNvPr id="68" name="Title Text"/>
          <p:cNvSpPr txBox="1">
            <a:spLocks noGrp="1"/>
          </p:cNvSpPr>
          <p:nvPr>
            <p:ph type="title"/>
          </p:nvPr>
        </p:nvSpPr>
        <p:spPr>
          <a:xfrm>
            <a:off x="609600" y="274637"/>
            <a:ext cx="10972800"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69"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70" name="Slide Number"/>
          <p:cNvSpPr txBox="1">
            <a:spLocks noGrp="1"/>
          </p:cNvSpPr>
          <p:nvPr>
            <p:ph type="sldNum" sz="quarter" idx="2"/>
          </p:nvPr>
        </p:nvSpPr>
        <p:spPr>
          <a:xfrm>
            <a:off x="5892800" y="6172200"/>
            <a:ext cx="2844800" cy="368301"/>
          </a:xfrm>
          <a:prstGeom prst="rect">
            <a:avLst/>
          </a:prstGeom>
          <a:ln w="12700">
            <a:miter lim="400000"/>
          </a:ln>
        </p:spPr>
        <p:txBody>
          <a:bodyPr wrap="none" lIns="0" tIns="0" rIns="0" bIns="0" anchor="ctr">
            <a:spAutoFit/>
          </a:bodyPr>
          <a:lstStyle>
            <a:lvl1pPr algn="r">
              <a:defRPr sz="1200">
                <a:solidFill>
                  <a:srgbClr val="A6A6A6"/>
                </a:solidFill>
              </a:defRPr>
            </a:lvl1pPr>
          </a:lstStyle>
          <a:p>
            <a:fld id="{86CB4B4D-7CA3-9044-876B-883B54F8677D}" type="slidenum">
              <a:t>‹#›</a:t>
            </a:fld>
            <a:endParaRPr/>
          </a:p>
        </p:txBody>
      </p:sp>
      <p:grpSp>
        <p:nvGrpSpPr>
          <p:cNvPr id="3" name="Group 2">
            <a:extLst>
              <a:ext uri="{FF2B5EF4-FFF2-40B4-BE49-F238E27FC236}">
                <a16:creationId xmlns:a16="http://schemas.microsoft.com/office/drawing/2014/main" id="{308F687C-E692-08A1-9C97-39567F4D57D1}"/>
              </a:ext>
            </a:extLst>
          </p:cNvPr>
          <p:cNvGrpSpPr/>
          <p:nvPr userDrawn="1"/>
        </p:nvGrpSpPr>
        <p:grpSpPr>
          <a:xfrm>
            <a:off x="2982510" y="-1286712"/>
            <a:ext cx="6858001" cy="592943"/>
            <a:chOff x="2982510" y="-1286712"/>
            <a:chExt cx="6858001" cy="592943"/>
          </a:xfrm>
        </p:grpSpPr>
        <p:sp>
          <p:nvSpPr>
            <p:cNvPr id="23" name="Rechthoek 36"/>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34" name="Groep 8"/>
            <p:cNvGrpSpPr/>
            <p:nvPr/>
          </p:nvGrpSpPr>
          <p:grpSpPr>
            <a:xfrm>
              <a:off x="2982511" y="-1286711"/>
              <a:ext cx="6226976" cy="211382"/>
              <a:chOff x="0" y="0"/>
              <a:chExt cx="6226974" cy="211380"/>
            </a:xfrm>
          </p:grpSpPr>
          <p:sp>
            <p:nvSpPr>
              <p:cNvPr id="24" name="Rechthoek 6"/>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5" name="Rechthoek 29"/>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 name="Rechthoek 30"/>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7" name="Rechthoek 31"/>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8" name="Rechthoek 32"/>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9" name="Rechthoek 33"/>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 name="Rechthoek 34"/>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1" name="Rechthoek 37"/>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 name="Rechthoek 38"/>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 name="Rechthoek 39"/>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2" name="Rechthoek 39">
              <a:extLst>
                <a:ext uri="{FF2B5EF4-FFF2-40B4-BE49-F238E27FC236}">
                  <a16:creationId xmlns:a16="http://schemas.microsoft.com/office/drawing/2014/main" id="{94BEEFB9-F383-6B51-AA5C-196B967278A0}"/>
                </a:ext>
              </a:extLst>
            </p:cNvPr>
            <p:cNvSpPr/>
            <p:nvPr userDrawn="1"/>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65" r:id="rId5"/>
    <p:sldLayoutId id="2147483668" r:id="rId6"/>
    <p:sldLayoutId id="2147483669" r:id="rId7"/>
    <p:sldLayoutId id="2147483674" r:id="rId8"/>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1pPr>
      <a:lvl2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2pPr>
      <a:lvl3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3pPr>
      <a:lvl4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4pPr>
      <a:lvl5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5pPr>
      <a:lvl6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6pPr>
      <a:lvl7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7pPr>
      <a:lvl8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8pPr>
      <a:lvl9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9pPr>
    </p:titleStyle>
    <p:bodyStyle>
      <a:lvl1pPr marL="263525" marR="0" indent="-2635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1pPr>
      <a:lvl2pPr marL="538162" marR="0" indent="-274638"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2pPr>
      <a:lvl3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3pPr>
      <a:lvl4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4pPr>
      <a:lvl5pPr marL="263525" marR="0" indent="-263525" algn="l" defTabSz="719137" rtl="0" eaLnBrk="1" latinLnBrk="0" hangingPunct="1">
        <a:lnSpc>
          <a:spcPct val="90000"/>
        </a:lnSpc>
        <a:spcBef>
          <a:spcPts val="1200"/>
        </a:spcBef>
        <a:spcAft>
          <a:spcPts val="0"/>
        </a:spcAft>
        <a:buClr>
          <a:schemeClr val="accent1"/>
        </a:buClr>
        <a:buSzPct val="100000"/>
        <a:buFont typeface="Wingdings"/>
        <a:buAutoNum type="arabicPeriod"/>
        <a:tabLst/>
        <a:defRPr sz="1600" b="0" i="0" u="none" strike="noStrike" cap="none" spc="0" baseline="0">
          <a:solidFill>
            <a:srgbClr val="000000"/>
          </a:solidFill>
          <a:uFillTx/>
          <a:latin typeface="Arial"/>
          <a:ea typeface="Arial"/>
          <a:cs typeface="Arial"/>
          <a:sym typeface="Arial"/>
        </a:defRPr>
      </a:lvl5pPr>
      <a:lvl6pPr marL="538162" marR="0" indent="-276225" algn="l" defTabSz="719137" rtl="0" eaLnBrk="1" latinLnBrk="0" hangingPunct="1">
        <a:lnSpc>
          <a:spcPct val="90000"/>
        </a:lnSpc>
        <a:spcBef>
          <a:spcPts val="1200"/>
        </a:spcBef>
        <a:spcAft>
          <a:spcPts val="0"/>
        </a:spcAft>
        <a:buClr>
          <a:schemeClr val="accent1"/>
        </a:buClr>
        <a:buSzPct val="100000"/>
        <a:buFont typeface="Wingdings"/>
        <a:buAutoNum type="alphaLcPeriod"/>
        <a:tabLst/>
        <a:defRPr sz="1600" b="0" i="0" u="none" strike="noStrike" cap="none" spc="0" baseline="0">
          <a:solidFill>
            <a:srgbClr val="000000"/>
          </a:solidFill>
          <a:uFillTx/>
          <a:latin typeface="Arial"/>
          <a:ea typeface="Arial"/>
          <a:cs typeface="Arial"/>
          <a:sym typeface="Arial"/>
        </a:defRPr>
      </a:lvl6pPr>
      <a:lvl7pPr marL="538162" marR="0" indent="-2762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7pPr>
      <a:lvl8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8pPr>
      <a:lvl9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5.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51" name="Tijdelijke aanduiding voor afbeelding 38"/>
          <p:cNvGrpSpPr/>
          <p:nvPr/>
        </p:nvGrpSpPr>
        <p:grpSpPr>
          <a:xfrm>
            <a:off x="4852465" y="0"/>
            <a:ext cx="7339534" cy="6858000"/>
            <a:chOff x="0" y="0"/>
            <a:chExt cx="7339532" cy="6858000"/>
          </a:xfrm>
        </p:grpSpPr>
        <p:sp>
          <p:nvSpPr>
            <p:cNvPr id="3149" name="Rectangle"/>
            <p:cNvSpPr/>
            <p:nvPr/>
          </p:nvSpPr>
          <p:spPr>
            <a:xfrm>
              <a:off x="0" y="0"/>
              <a:ext cx="7339533" cy="6858000"/>
            </a:xfrm>
            <a:prstGeom prst="rect">
              <a:avLst/>
            </a:prstGeom>
            <a:solidFill>
              <a:srgbClr val="F2F2F2">
                <a:alpha val="80000"/>
              </a:srgbClr>
            </a:solidFill>
            <a:ln w="12700" cap="flat">
              <a:noFill/>
              <a:miter lim="400000"/>
            </a:ln>
            <a:effectLst/>
          </p:spPr>
          <p:txBody>
            <a:bodyPr wrap="square" lIns="45719" tIns="45719" rIns="45719" bIns="45719" numCol="1" anchor="ctr">
              <a:noAutofit/>
            </a:bodyPr>
            <a:lstStyle/>
            <a:p>
              <a:endParaRPr/>
            </a:p>
          </p:txBody>
        </p:sp>
        <p:pic>
          <p:nvPicPr>
            <p:cNvPr id="3150" name="image11.jpeg" descr="image11.jpeg"/>
            <p:cNvPicPr>
              <a:picLocks noChangeAspect="1"/>
            </p:cNvPicPr>
            <p:nvPr/>
          </p:nvPicPr>
          <p:blipFill>
            <a:blip r:embed="rId3"/>
            <a:srcRect t="32" b="32"/>
            <a:stretch>
              <a:fillRect/>
            </a:stretch>
          </p:blipFill>
          <p:spPr>
            <a:xfrm>
              <a:off x="0" y="-1"/>
              <a:ext cx="7339533" cy="6858002"/>
            </a:xfrm>
            <a:prstGeom prst="rect">
              <a:avLst/>
            </a:prstGeom>
            <a:ln w="12700" cap="flat">
              <a:noFill/>
              <a:miter lim="400000"/>
            </a:ln>
            <a:effectLst/>
          </p:spPr>
        </p:pic>
      </p:grpSp>
      <p:sp>
        <p:nvSpPr>
          <p:cNvPr id="3152" name="Ondertitel 23"/>
          <p:cNvSpPr txBox="1">
            <a:spLocks noGrp="1"/>
          </p:cNvSpPr>
          <p:nvPr>
            <p:ph type="body" sz="quarter" idx="1"/>
          </p:nvPr>
        </p:nvSpPr>
        <p:spPr>
          <a:xfrm>
            <a:off x="713058" y="4809153"/>
            <a:ext cx="3729203" cy="714883"/>
          </a:xfrm>
          <a:prstGeom prst="rect">
            <a:avLst/>
          </a:prstGeom>
        </p:spPr>
        <p:txBody>
          <a:bodyPr>
            <a:normAutofit/>
          </a:bodyPr>
          <a:lstStyle/>
          <a:p>
            <a:r>
              <a:rPr lang="en-US" dirty="0"/>
              <a:t>Group 2</a:t>
            </a:r>
          </a:p>
          <a:p>
            <a:r>
              <a:rPr lang="en-US" dirty="0"/>
              <a:t>13.06.2023</a:t>
            </a:r>
            <a:endParaRPr dirty="0"/>
          </a:p>
        </p:txBody>
      </p:sp>
      <p:sp>
        <p:nvSpPr>
          <p:cNvPr id="3153" name="Tijdelijke aanduiding voor tekst 18"/>
          <p:cNvSpPr>
            <a:spLocks noGrp="1"/>
          </p:cNvSpPr>
          <p:nvPr>
            <p:ph type="body" idx="2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Object classification with Radar</a:t>
            </a:r>
            <a:endParaRPr dirty="0"/>
          </a:p>
        </p:txBody>
      </p:sp>
      <p:sp>
        <p:nvSpPr>
          <p:cNvPr id="3154" name="Tijdelijke aanduiding voor tekst 42"/>
          <p:cNvSpPr>
            <a:spLocks noGrp="1"/>
          </p:cNvSpPr>
          <p:nvPr>
            <p:ph type="body" idx="23"/>
          </p:nvPr>
        </p:nvSpPr>
        <p:spPr>
          <a:xfrm>
            <a:off x="698500" y="5481220"/>
            <a:ext cx="1454400" cy="72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fontScale="25000" lnSpcReduction="20000"/>
          </a:bodyPr>
          <a:lstStyle/>
          <a:p>
            <a:r>
              <a:t> </a:t>
            </a:r>
          </a:p>
        </p:txBody>
      </p:sp>
    </p:spTree>
  </p:cSld>
  <p:clrMapOvr>
    <a:masterClrMapping/>
  </p:clrMapOvr>
  <mc:AlternateContent xmlns:mc="http://schemas.openxmlformats.org/markup-compatibility/2006" xmlns:p14="http://schemas.microsoft.com/office/powerpoint/2010/main">
    <mc:Choice Requires="p14">
      <p:transition spd="slow" p14:dur="1200">
        <p:push dir="u"/>
      </p:transition>
    </mc:Choice>
    <mc:Fallback xmlns:a14="http://schemas.microsoft.com/office/drawing/2010/main" xmlns:m="http://schemas.openxmlformats.org/officeDocument/2006/math"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7" name="Titel 9"/>
          <p:cNvSpPr txBox="1">
            <a:spLocks noGrp="1"/>
          </p:cNvSpPr>
          <p:nvPr>
            <p:ph type="title"/>
          </p:nvPr>
        </p:nvSpPr>
        <p:spPr>
          <a:xfrm>
            <a:off x="698499" y="741499"/>
            <a:ext cx="10775072" cy="490401"/>
          </a:xfrm>
          <a:prstGeom prst="rect">
            <a:avLst/>
          </a:prstGeom>
        </p:spPr>
        <p:txBody>
          <a:bodyPr/>
          <a:lstStyle>
            <a:lvl1pPr defTabSz="850391">
              <a:tabLst>
                <a:tab pos="1155700" algn="l"/>
              </a:tabLst>
              <a:defRPr sz="2976"/>
            </a:lvl1pPr>
          </a:lstStyle>
          <a:p>
            <a:r>
              <a:rPr lang="en-US" dirty="0"/>
              <a:t>Table</a:t>
            </a:r>
            <a:r>
              <a:rPr lang="zh-CN" altLang="en-US" dirty="0"/>
              <a:t> </a:t>
            </a:r>
            <a:r>
              <a:rPr lang="en-US" altLang="zh-CN" dirty="0"/>
              <a:t>of</a:t>
            </a:r>
            <a:r>
              <a:rPr lang="zh-CN" altLang="en-US" dirty="0"/>
              <a:t> </a:t>
            </a:r>
            <a:r>
              <a:rPr lang="en-US" altLang="zh-CN" dirty="0"/>
              <a:t>content</a:t>
            </a:r>
            <a:endParaRPr dirty="0"/>
          </a:p>
        </p:txBody>
      </p:sp>
      <p:sp>
        <p:nvSpPr>
          <p:cNvPr id="3158" name="Tijdelijke aanduiding voor verticale tekst 10"/>
          <p:cNvSpPr txBox="1">
            <a:spLocks noGrp="1"/>
          </p:cNvSpPr>
          <p:nvPr>
            <p:ph type="body" idx="1"/>
          </p:nvPr>
        </p:nvSpPr>
        <p:spPr>
          <a:xfrm>
            <a:off x="698499" y="1591899"/>
            <a:ext cx="10773502" cy="4356465"/>
          </a:xfrm>
          <a:prstGeom prst="rect">
            <a:avLst/>
          </a:prstGeom>
        </p:spPr>
        <p:txBody>
          <a:bodyPr>
            <a:normAutofit lnSpcReduction="10000"/>
          </a:bodyPr>
          <a:lstStyle/>
          <a:p>
            <a:r>
              <a:rPr lang="en-US" sz="2600" dirty="0"/>
              <a:t>Background</a:t>
            </a:r>
          </a:p>
          <a:p>
            <a:endParaRPr sz="2600" dirty="0"/>
          </a:p>
          <a:p>
            <a:r>
              <a:rPr lang="en-US" altLang="zh-CN" sz="2600" dirty="0"/>
              <a:t>Feature extraction</a:t>
            </a:r>
          </a:p>
          <a:p>
            <a:endParaRPr lang="en-US" altLang="zh-CN" sz="2600" dirty="0"/>
          </a:p>
          <a:p>
            <a:r>
              <a:rPr lang="en-US" altLang="zh-CN" sz="2600" dirty="0"/>
              <a:t>Machine learning algorithms</a:t>
            </a:r>
          </a:p>
          <a:p>
            <a:endParaRPr lang="en-US" altLang="zh-CN" sz="2600" dirty="0"/>
          </a:p>
          <a:p>
            <a:r>
              <a:rPr lang="en-US" altLang="zh-CN" sz="2600" dirty="0"/>
              <a:t>Convolutional Neural Network</a:t>
            </a:r>
          </a:p>
          <a:p>
            <a:endParaRPr lang="en-US" altLang="zh-CN" sz="2600" dirty="0"/>
          </a:p>
          <a:p>
            <a:r>
              <a:rPr lang="en-US" altLang="zh-CN" sz="2600" dirty="0"/>
              <a:t>Conclusion</a:t>
            </a:r>
          </a:p>
          <a:p>
            <a:pPr lvl="1"/>
            <a:endParaRPr lang="en-US" altLang="zh-CN" dirty="0"/>
          </a:p>
          <a:p>
            <a:pPr lvl="1"/>
            <a:endParaRPr dirty="0"/>
          </a:p>
          <a:p>
            <a:pPr lvl="1"/>
            <a:endParaRPr dirty="0"/>
          </a:p>
          <a:p>
            <a:pPr lvl="2"/>
            <a:endParaRPr dirty="0"/>
          </a:p>
        </p:txBody>
      </p:sp>
      <p:sp>
        <p:nvSpPr>
          <p:cNvPr id="3159" name="Tijdelijke aanduiding voor datum 3"/>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
        <p:nvSpPr>
          <p:cNvPr id="3160" name="Tijdelijke aanduiding voor dianummer 5"/>
          <p:cNvSpPr txBox="1">
            <a:spLocks noGrp="1"/>
          </p:cNvSpPr>
          <p:nvPr>
            <p:ph type="sldNum" sz="quarter" idx="2"/>
          </p:nvPr>
        </p:nvSpPr>
        <p:spPr>
          <a:xfrm>
            <a:off x="11345000" y="6246130"/>
            <a:ext cx="127001"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Background</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2" name="Tijdelijke aanduiding voor verticale tekst 10">
            <a:extLst>
              <a:ext uri="{FF2B5EF4-FFF2-40B4-BE49-F238E27FC236}">
                <a16:creationId xmlns:a16="http://schemas.microsoft.com/office/drawing/2014/main" id="{60F354F1-C2EE-2FE1-D497-916F36EDDD4D}"/>
              </a:ext>
            </a:extLst>
          </p:cNvPr>
          <p:cNvSpPr txBox="1">
            <a:spLocks/>
          </p:cNvSpPr>
          <p:nvPr/>
        </p:nvSpPr>
        <p:spPr>
          <a:xfrm>
            <a:off x="698499" y="1591899"/>
            <a:ext cx="10773502" cy="4356465"/>
          </a:xfrm>
          <a:prstGeom prst="rect">
            <a:avLst/>
          </a:prstGeom>
        </p:spPr>
        <p:txBody>
          <a:bodyPr>
            <a:normAutofit/>
          </a:bodyPr>
          <a:lstStyle>
            <a:lvl1pPr marL="263525" marR="0" indent="-2635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1pPr>
            <a:lvl2pPr marL="538162" marR="0" indent="-274638"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2pPr>
            <a:lvl3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3pPr>
            <a:lvl4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4pPr>
            <a:lvl5pPr marL="263525" marR="0" indent="-263525" algn="l" defTabSz="719137" rtl="0" eaLnBrk="1" latinLnBrk="0" hangingPunct="1">
              <a:lnSpc>
                <a:spcPct val="90000"/>
              </a:lnSpc>
              <a:spcBef>
                <a:spcPts val="1200"/>
              </a:spcBef>
              <a:spcAft>
                <a:spcPts val="0"/>
              </a:spcAft>
              <a:buClr>
                <a:schemeClr val="accent1"/>
              </a:buClr>
              <a:buSzPct val="100000"/>
              <a:buFont typeface="Wingdings"/>
              <a:buAutoNum type="arabicPeriod"/>
              <a:tabLst/>
              <a:defRPr sz="1600" b="0" i="0" u="none" strike="noStrike" cap="none" spc="0" baseline="0">
                <a:solidFill>
                  <a:srgbClr val="000000"/>
                </a:solidFill>
                <a:uFillTx/>
                <a:latin typeface="Arial"/>
                <a:ea typeface="Arial"/>
                <a:cs typeface="Arial"/>
                <a:sym typeface="Arial"/>
              </a:defRPr>
            </a:lvl5pPr>
            <a:lvl6pPr marL="538162" marR="0" indent="-276225" algn="l" defTabSz="719137" rtl="0" eaLnBrk="1" latinLnBrk="0" hangingPunct="1">
              <a:lnSpc>
                <a:spcPct val="90000"/>
              </a:lnSpc>
              <a:spcBef>
                <a:spcPts val="1200"/>
              </a:spcBef>
              <a:spcAft>
                <a:spcPts val="0"/>
              </a:spcAft>
              <a:buClr>
                <a:schemeClr val="accent1"/>
              </a:buClr>
              <a:buSzPct val="100000"/>
              <a:buFont typeface="Wingdings"/>
              <a:buAutoNum type="alphaLcPeriod"/>
              <a:tabLst/>
              <a:defRPr sz="1600" b="0" i="0" u="none" strike="noStrike" cap="none" spc="0" baseline="0">
                <a:solidFill>
                  <a:srgbClr val="000000"/>
                </a:solidFill>
                <a:uFillTx/>
                <a:latin typeface="Arial"/>
                <a:ea typeface="Arial"/>
                <a:cs typeface="Arial"/>
                <a:sym typeface="Arial"/>
              </a:defRPr>
            </a:lvl6pPr>
            <a:lvl7pPr marL="538162" marR="0" indent="-2762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7pPr>
            <a:lvl8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8pPr>
            <a:lvl9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9pPr>
          </a:lstStyle>
          <a:p>
            <a:r>
              <a:rPr lang="en-US" sz="2600" dirty="0"/>
              <a:t>Indoor human activity recognition using radar data. </a:t>
            </a:r>
          </a:p>
          <a:p>
            <a:pPr marL="0" indent="0">
              <a:buNone/>
            </a:pPr>
            <a:endParaRPr lang="en-US" altLang="zh-CN" sz="2600" dirty="0"/>
          </a:p>
          <a:p>
            <a:r>
              <a:rPr lang="en-US" altLang="zh-CN" sz="2600" dirty="0"/>
              <a:t>Datasets: 1609 data, 6 types of activities, walking, sitting down, standing up, picking, drinking, and falling. </a:t>
            </a:r>
          </a:p>
          <a:p>
            <a:endParaRPr lang="en-US" altLang="zh-CN" sz="2600" dirty="0"/>
          </a:p>
          <a:p>
            <a:r>
              <a:rPr lang="en-US" altLang="zh-CN" sz="2600" dirty="0"/>
              <a:t>Micro-doppler signatures are used for classification. </a:t>
            </a:r>
          </a:p>
          <a:p>
            <a:pPr marL="263524" lvl="1" indent="0">
              <a:buNone/>
            </a:pPr>
            <a:endParaRPr lang="en-US" altLang="zh-CN" dirty="0"/>
          </a:p>
          <a:p>
            <a:pPr lvl="1"/>
            <a:endParaRPr lang="en-US" dirty="0"/>
          </a:p>
          <a:p>
            <a:pPr lvl="1"/>
            <a:endParaRPr lang="en-US" dirty="0"/>
          </a:p>
          <a:p>
            <a:pPr lvl="2"/>
            <a:endParaRPr lang="en-US" dirty="0"/>
          </a:p>
        </p:txBody>
      </p:sp>
      <p:sp>
        <p:nvSpPr>
          <p:cNvPr id="3" name="Tijdelijke aanduiding voor datum 3">
            <a:extLst>
              <a:ext uri="{FF2B5EF4-FFF2-40B4-BE49-F238E27FC236}">
                <a16:creationId xmlns:a16="http://schemas.microsoft.com/office/drawing/2014/main" id="{1012206B-D8A8-E7B7-AD6B-1C5ACFD7FCCD}"/>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494266146"/>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Preprocessing raw data</a:t>
            </a:r>
            <a:endParaRPr dirty="0"/>
          </a:p>
        </p:txBody>
      </p:sp>
      <p:sp>
        <p:nvSpPr>
          <p:cNvPr id="3254" name="Tijdelijke aanduiding voor dianummer 4"/>
          <p:cNvSpPr txBox="1">
            <a:spLocks noGrp="1"/>
          </p:cNvSpPr>
          <p:nvPr>
            <p:ph type="sldNum" sz="quarter" idx="2"/>
          </p:nvPr>
        </p:nvSpPr>
        <p:spPr>
          <a:xfrm>
            <a:off x="11181497"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2" name="Tijdelijke aanduiding voor verticale tekst 10">
            <a:extLst>
              <a:ext uri="{FF2B5EF4-FFF2-40B4-BE49-F238E27FC236}">
                <a16:creationId xmlns:a16="http://schemas.microsoft.com/office/drawing/2014/main" id="{C6808708-FEA0-4419-C5B3-377FAB0BDAF0}"/>
              </a:ext>
            </a:extLst>
          </p:cNvPr>
          <p:cNvSpPr txBox="1">
            <a:spLocks/>
          </p:cNvSpPr>
          <p:nvPr/>
        </p:nvSpPr>
        <p:spPr>
          <a:xfrm>
            <a:off x="698499" y="1591899"/>
            <a:ext cx="4264026" cy="4356465"/>
          </a:xfrm>
          <a:prstGeom prst="rect">
            <a:avLst/>
          </a:prstGeom>
        </p:spPr>
        <p:txBody>
          <a:bodyPr>
            <a:normAutofit/>
          </a:bodyPr>
          <a:lstStyle>
            <a:lvl1pPr marL="263525" marR="0" indent="-2635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1pPr>
            <a:lvl2pPr marL="538162" marR="0" indent="-274638"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2pPr>
            <a:lvl3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3pPr>
            <a:lvl4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4pPr>
            <a:lvl5pPr marL="263525" marR="0" indent="-263525" algn="l" defTabSz="719137" rtl="0" eaLnBrk="1" latinLnBrk="0" hangingPunct="1">
              <a:lnSpc>
                <a:spcPct val="90000"/>
              </a:lnSpc>
              <a:spcBef>
                <a:spcPts val="1200"/>
              </a:spcBef>
              <a:spcAft>
                <a:spcPts val="0"/>
              </a:spcAft>
              <a:buClr>
                <a:schemeClr val="accent1"/>
              </a:buClr>
              <a:buSzPct val="100000"/>
              <a:buFont typeface="Wingdings"/>
              <a:buAutoNum type="arabicPeriod"/>
              <a:tabLst/>
              <a:defRPr sz="1600" b="0" i="0" u="none" strike="noStrike" cap="none" spc="0" baseline="0">
                <a:solidFill>
                  <a:srgbClr val="000000"/>
                </a:solidFill>
                <a:uFillTx/>
                <a:latin typeface="Arial"/>
                <a:ea typeface="Arial"/>
                <a:cs typeface="Arial"/>
                <a:sym typeface="Arial"/>
              </a:defRPr>
            </a:lvl5pPr>
            <a:lvl6pPr marL="538162" marR="0" indent="-276225" algn="l" defTabSz="719137" rtl="0" eaLnBrk="1" latinLnBrk="0" hangingPunct="1">
              <a:lnSpc>
                <a:spcPct val="90000"/>
              </a:lnSpc>
              <a:spcBef>
                <a:spcPts val="1200"/>
              </a:spcBef>
              <a:spcAft>
                <a:spcPts val="0"/>
              </a:spcAft>
              <a:buClr>
                <a:schemeClr val="accent1"/>
              </a:buClr>
              <a:buSzPct val="100000"/>
              <a:buFont typeface="Wingdings"/>
              <a:buAutoNum type="alphaLcPeriod"/>
              <a:tabLst/>
              <a:defRPr sz="1600" b="0" i="0" u="none" strike="noStrike" cap="none" spc="0" baseline="0">
                <a:solidFill>
                  <a:srgbClr val="000000"/>
                </a:solidFill>
                <a:uFillTx/>
                <a:latin typeface="Arial"/>
                <a:ea typeface="Arial"/>
                <a:cs typeface="Arial"/>
                <a:sym typeface="Arial"/>
              </a:defRPr>
            </a:lvl6pPr>
            <a:lvl7pPr marL="538162" marR="0" indent="-2762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7pPr>
            <a:lvl8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8pPr>
            <a:lvl9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9pPr>
          </a:lstStyle>
          <a:p>
            <a:pPr marL="0" indent="0">
              <a:buNone/>
            </a:pPr>
            <a:endParaRPr lang="en-US" altLang="zh-CN" sz="2600" dirty="0"/>
          </a:p>
          <a:p>
            <a:r>
              <a:rPr lang="en-US" altLang="zh-CN" sz="2600" dirty="0"/>
              <a:t>Doppler-time spectrogram</a:t>
            </a:r>
          </a:p>
          <a:p>
            <a:endParaRPr lang="en-US" altLang="zh-CN" sz="2600" dirty="0"/>
          </a:p>
          <a:p>
            <a:endParaRPr lang="en-US" altLang="zh-CN" sz="2600" dirty="0"/>
          </a:p>
          <a:p>
            <a:r>
              <a:rPr lang="en-US" altLang="zh-CN" sz="2600" dirty="0"/>
              <a:t>Doppler-time phase/unwrapped phase</a:t>
            </a:r>
          </a:p>
          <a:p>
            <a:pPr marL="263524" lvl="1" indent="0">
              <a:buNone/>
            </a:pPr>
            <a:endParaRPr lang="en-US" altLang="zh-CN" dirty="0"/>
          </a:p>
          <a:p>
            <a:pPr lvl="1"/>
            <a:endParaRPr lang="en-US" dirty="0"/>
          </a:p>
          <a:p>
            <a:pPr lvl="1"/>
            <a:endParaRPr lang="en-US" dirty="0"/>
          </a:p>
          <a:p>
            <a:pPr lvl="2"/>
            <a:endParaRPr lang="en-US" dirty="0"/>
          </a:p>
        </p:txBody>
      </p:sp>
      <p:pic>
        <p:nvPicPr>
          <p:cNvPr id="4" name="图片 3">
            <a:extLst>
              <a:ext uri="{FF2B5EF4-FFF2-40B4-BE49-F238E27FC236}">
                <a16:creationId xmlns:a16="http://schemas.microsoft.com/office/drawing/2014/main" id="{96E7DC32-D571-67D1-BF1C-29DC36DBF6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389" y="296033"/>
            <a:ext cx="3665973" cy="2889749"/>
          </a:xfrm>
          <a:prstGeom prst="rect">
            <a:avLst/>
          </a:prstGeom>
        </p:spPr>
      </p:pic>
      <p:pic>
        <p:nvPicPr>
          <p:cNvPr id="6" name="图片 5">
            <a:extLst>
              <a:ext uri="{FF2B5EF4-FFF2-40B4-BE49-F238E27FC236}">
                <a16:creationId xmlns:a16="http://schemas.microsoft.com/office/drawing/2014/main" id="{4DCBABEA-4E77-9304-4196-3C43E4F5A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8482" y="3185782"/>
            <a:ext cx="3693363" cy="2911339"/>
          </a:xfrm>
          <a:prstGeom prst="rect">
            <a:avLst/>
          </a:prstGeom>
        </p:spPr>
      </p:pic>
      <p:pic>
        <p:nvPicPr>
          <p:cNvPr id="8" name="图片 7">
            <a:extLst>
              <a:ext uri="{FF2B5EF4-FFF2-40B4-BE49-F238E27FC236}">
                <a16:creationId xmlns:a16="http://schemas.microsoft.com/office/drawing/2014/main" id="{C34C77D2-0944-CE3B-3CF9-8C24E68D8D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11845" y="3185781"/>
            <a:ext cx="3693363" cy="2911339"/>
          </a:xfrm>
          <a:prstGeom prst="rect">
            <a:avLst/>
          </a:prstGeom>
        </p:spPr>
      </p:pic>
      <p:sp>
        <p:nvSpPr>
          <p:cNvPr id="3" name="Tijdelijke aanduiding voor datum 3">
            <a:extLst>
              <a:ext uri="{FF2B5EF4-FFF2-40B4-BE49-F238E27FC236}">
                <a16:creationId xmlns:a16="http://schemas.microsoft.com/office/drawing/2014/main" id="{242F1A01-B528-BC64-B6C0-412711F009B5}"/>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3845611735"/>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Feature extraction</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mc:AlternateContent xmlns:mc="http://schemas.openxmlformats.org/markup-compatibility/2006" xmlns:a14="http://schemas.microsoft.com/office/drawing/2010/main">
        <mc:Choice Requires="a14">
          <p:sp>
            <p:nvSpPr>
              <p:cNvPr id="2" name="Tijdelijke aanduiding voor verticale tekst 10">
                <a:extLst>
                  <a:ext uri="{FF2B5EF4-FFF2-40B4-BE49-F238E27FC236}">
                    <a16:creationId xmlns:a16="http://schemas.microsoft.com/office/drawing/2014/main" id="{6A121C91-CA45-8CF9-5F42-2303817912E5}"/>
                  </a:ext>
                </a:extLst>
              </p:cNvPr>
              <p:cNvSpPr txBox="1">
                <a:spLocks/>
              </p:cNvSpPr>
              <p:nvPr/>
            </p:nvSpPr>
            <p:spPr>
              <a:xfrm>
                <a:off x="607391" y="1300497"/>
                <a:ext cx="10773502" cy="4356465"/>
              </a:xfrm>
              <a:prstGeom prst="rect">
                <a:avLst/>
              </a:prstGeom>
            </p:spPr>
            <p:txBody>
              <a:bodyPr>
                <a:normAutofit/>
              </a:bodyPr>
              <a:lstStyle>
                <a:lvl1pPr marL="263525" marR="0" indent="-2635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1pPr>
                <a:lvl2pPr marL="538162" marR="0" indent="-274638"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2pPr>
                <a:lvl3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3pPr>
                <a:lvl4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4pPr>
                <a:lvl5pPr marL="263525" marR="0" indent="-263525" algn="l" defTabSz="719137" rtl="0" eaLnBrk="1" latinLnBrk="0" hangingPunct="1">
                  <a:lnSpc>
                    <a:spcPct val="90000"/>
                  </a:lnSpc>
                  <a:spcBef>
                    <a:spcPts val="1200"/>
                  </a:spcBef>
                  <a:spcAft>
                    <a:spcPts val="0"/>
                  </a:spcAft>
                  <a:buClr>
                    <a:schemeClr val="accent1"/>
                  </a:buClr>
                  <a:buSzPct val="100000"/>
                  <a:buFont typeface="Wingdings"/>
                  <a:buAutoNum type="arabicPeriod"/>
                  <a:tabLst/>
                  <a:defRPr sz="1600" b="0" i="0" u="none" strike="noStrike" cap="none" spc="0" baseline="0">
                    <a:solidFill>
                      <a:srgbClr val="000000"/>
                    </a:solidFill>
                    <a:uFillTx/>
                    <a:latin typeface="Arial"/>
                    <a:ea typeface="Arial"/>
                    <a:cs typeface="Arial"/>
                    <a:sym typeface="Arial"/>
                  </a:defRPr>
                </a:lvl5pPr>
                <a:lvl6pPr marL="538162" marR="0" indent="-276225" algn="l" defTabSz="719137" rtl="0" eaLnBrk="1" latinLnBrk="0" hangingPunct="1">
                  <a:lnSpc>
                    <a:spcPct val="90000"/>
                  </a:lnSpc>
                  <a:spcBef>
                    <a:spcPts val="1200"/>
                  </a:spcBef>
                  <a:spcAft>
                    <a:spcPts val="0"/>
                  </a:spcAft>
                  <a:buClr>
                    <a:schemeClr val="accent1"/>
                  </a:buClr>
                  <a:buSzPct val="100000"/>
                  <a:buFont typeface="Wingdings"/>
                  <a:buAutoNum type="alphaLcPeriod"/>
                  <a:tabLst/>
                  <a:defRPr sz="1600" b="0" i="0" u="none" strike="noStrike" cap="none" spc="0" baseline="0">
                    <a:solidFill>
                      <a:srgbClr val="000000"/>
                    </a:solidFill>
                    <a:uFillTx/>
                    <a:latin typeface="Arial"/>
                    <a:ea typeface="Arial"/>
                    <a:cs typeface="Arial"/>
                    <a:sym typeface="Arial"/>
                  </a:defRPr>
                </a:lvl6pPr>
                <a:lvl7pPr marL="538162" marR="0" indent="-2762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7pPr>
                <a:lvl8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8pPr>
                <a:lvl9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9pPr>
              </a:lstStyle>
              <a:p>
                <a:r>
                  <a:rPr lang="en-US" sz="2400" dirty="0"/>
                  <a:t>Spectrogram mask: binarization of grayscale spectrogram</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r>
                        <a:rPr lang="en-US" sz="240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1</m:t>
                              </m:r>
                            </m:sub>
                          </m:sSub>
                        </m:den>
                      </m:f>
                      <m:nary>
                        <m:naryPr>
                          <m:chr m:val="∑"/>
                          <m:supHide m:val="on"/>
                          <m:ctrlPr>
                            <a:rPr lang="en-US" sz="2400" b="0" i="1" smtClean="0">
                              <a:latin typeface="Cambria Math" panose="02040503050406030204" pitchFamily="18" charset="0"/>
                            </a:rPr>
                          </m:ctrlPr>
                        </m:naryPr>
                        <m:sub>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𝐼</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e>
                              </m:d>
                              <m:r>
                                <a:rPr lang="en-US" sz="2400" b="0" i="1" smtClean="0">
                                  <a:latin typeface="Cambria Math" panose="02040503050406030204" pitchFamily="18" charset="0"/>
                                </a:rPr>
                                <m:t>&lt;</m:t>
                              </m:r>
                              <m:r>
                                <a:rPr lang="en-US" sz="2400" b="0" i="1" smtClean="0">
                                  <a:latin typeface="Cambria Math" panose="02040503050406030204" pitchFamily="18" charset="0"/>
                                </a:rPr>
                                <m:t>𝜇</m:t>
                              </m:r>
                            </m:e>
                          </m:d>
                        </m:sub>
                        <m:sup/>
                        <m:e>
                          <m:r>
                            <a:rPr lang="en-US" sz="2400" b="0" i="1" smtClean="0">
                              <a:latin typeface="Cambria Math" panose="02040503050406030204" pitchFamily="18" charset="0"/>
                            </a:rPr>
                            <m:t>𝐼</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2</m:t>
                                  </m:r>
                                </m:sub>
                              </m:sSub>
                            </m:den>
                          </m:f>
                          <m:nary>
                            <m:naryPr>
                              <m:chr m:val="∑"/>
                              <m:supHide m:val="on"/>
                              <m:ctrlPr>
                                <a:rPr lang="en-US" sz="2400" b="0" i="1" smtClean="0">
                                  <a:latin typeface="Cambria Math" panose="02040503050406030204" pitchFamily="18" charset="0"/>
                                </a:rPr>
                              </m:ctrlPr>
                            </m:naryPr>
                            <m:sub>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𝐼</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e>
                                  </m:d>
                                  <m:r>
                                    <a:rPr lang="en-US" sz="2400" b="0" i="1" smtClean="0">
                                      <a:latin typeface="Cambria Math" panose="02040503050406030204" pitchFamily="18" charset="0"/>
                                    </a:rPr>
                                    <m:t>≥</m:t>
                                  </m:r>
                                  <m:r>
                                    <a:rPr lang="en-US" sz="2400" b="0" i="1" smtClean="0">
                                      <a:latin typeface="Cambria Math" panose="02040503050406030204" pitchFamily="18" charset="0"/>
                                    </a:rPr>
                                    <m:t>𝜇</m:t>
                                  </m:r>
                                </m:e>
                              </m:d>
                            </m:sub>
                            <m:sup/>
                            <m:e>
                              <m:r>
                                <a:rPr lang="en-US" sz="2400" b="0" i="1" smtClean="0">
                                  <a:latin typeface="Cambria Math" panose="02040503050406030204" pitchFamily="18" charset="0"/>
                                </a:rPr>
                                <m:t>𝐼</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e>
                          </m:nary>
                        </m:e>
                      </m:nary>
                      <m:r>
                        <a:rPr lang="en-US" sz="2400" b="0" i="1" smtClean="0">
                          <a:latin typeface="Cambria Math" panose="02040503050406030204" pitchFamily="18" charset="0"/>
                        </a:rPr>
                        <m:t>]</m:t>
                      </m:r>
                    </m:oMath>
                  </m:oMathPara>
                </a14:m>
                <a:endParaRPr lang="en-US" sz="2400" b="0" dirty="0"/>
              </a:p>
              <a:p>
                <a:r>
                  <a:rPr lang="en-US" sz="2400" dirty="0"/>
                  <a:t>Apply mask to obtain masked spectrogram/phase/unwrapped phase</a:t>
                </a:r>
              </a:p>
              <a:p>
                <a:pPr lvl="1"/>
                <a:r>
                  <a:rPr lang="en-US" altLang="zh-CN" dirty="0"/>
                  <a:t>Mask, masked phase, and unwrapped phase: Region of Interest (ROI) features, </a:t>
                </a:r>
                <a:r>
                  <a:rPr lang="en-US" altLang="zh-CN" dirty="0" err="1"/>
                  <a:t>eg.</a:t>
                </a:r>
                <a:r>
                  <a:rPr lang="en-US" altLang="zh-CN" dirty="0"/>
                  <a:t>, Perimeter, area, centroid. 68 features in total. </a:t>
                </a:r>
              </a:p>
              <a:p>
                <a:pPr lvl="1"/>
                <a:r>
                  <a:rPr lang="en-US" dirty="0"/>
                  <a:t>Spectrogram and masked spectrogram: Radar features, </a:t>
                </a:r>
                <a:r>
                  <a:rPr lang="en-US" dirty="0" err="1"/>
                  <a:t>eg.</a:t>
                </a:r>
                <a:r>
                  <a:rPr lang="en-US" dirty="0"/>
                  <a:t>, entropy, skewness, bandwidth of spectrogram. 21 features in total. </a:t>
                </a:r>
              </a:p>
              <a:p>
                <a:pPr lvl="1"/>
                <a:endParaRPr lang="en-US" dirty="0"/>
              </a:p>
              <a:p>
                <a:pPr lvl="2"/>
                <a:endParaRPr lang="en-US" dirty="0"/>
              </a:p>
            </p:txBody>
          </p:sp>
        </mc:Choice>
        <mc:Fallback xmlns="">
          <p:sp>
            <p:nvSpPr>
              <p:cNvPr id="2" name="Tijdelijke aanduiding voor verticale tekst 10">
                <a:extLst>
                  <a:ext uri="{FF2B5EF4-FFF2-40B4-BE49-F238E27FC236}">
                    <a16:creationId xmlns:a16="http://schemas.microsoft.com/office/drawing/2014/main" id="{6A121C91-CA45-8CF9-5F42-2303817912E5}"/>
                  </a:ext>
                </a:extLst>
              </p:cNvPr>
              <p:cNvSpPr txBox="1">
                <a:spLocks noRot="1" noChangeAspect="1" noMove="1" noResize="1" noEditPoints="1" noAdjustHandles="1" noChangeArrowheads="1" noChangeShapeType="1" noTextEdit="1"/>
              </p:cNvSpPr>
              <p:nvPr/>
            </p:nvSpPr>
            <p:spPr>
              <a:xfrm>
                <a:off x="607391" y="1300497"/>
                <a:ext cx="10773502" cy="4356465"/>
              </a:xfrm>
              <a:prstGeom prst="rect">
                <a:avLst/>
              </a:prstGeom>
              <a:blipFill>
                <a:blip r:embed="rId2"/>
                <a:stretch>
                  <a:fillRect l="-792" t="-1818"/>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74522AC5-0F82-77A9-D305-934B4CBD21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8773" y="3923578"/>
            <a:ext cx="3493994" cy="2934422"/>
          </a:xfrm>
          <a:prstGeom prst="rect">
            <a:avLst/>
          </a:prstGeom>
        </p:spPr>
      </p:pic>
      <p:pic>
        <p:nvPicPr>
          <p:cNvPr id="6" name="图片 5">
            <a:extLst>
              <a:ext uri="{FF2B5EF4-FFF2-40B4-BE49-F238E27FC236}">
                <a16:creationId xmlns:a16="http://schemas.microsoft.com/office/drawing/2014/main" id="{BC4EDA83-85AB-EEC5-9547-D1ADDC2E39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8904" y="4024023"/>
            <a:ext cx="6013096" cy="1810782"/>
          </a:xfrm>
          <a:prstGeom prst="rect">
            <a:avLst/>
          </a:prstGeom>
        </p:spPr>
      </p:pic>
      <p:sp>
        <p:nvSpPr>
          <p:cNvPr id="3" name="Tijdelijke aanduiding voor datum 3">
            <a:extLst>
              <a:ext uri="{FF2B5EF4-FFF2-40B4-BE49-F238E27FC236}">
                <a16:creationId xmlns:a16="http://schemas.microsoft.com/office/drawing/2014/main" id="{62185607-30E8-9B8B-3431-68FC34E8C974}"/>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2912285713"/>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Feature selection</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pic>
        <p:nvPicPr>
          <p:cNvPr id="3" name="图片 2">
            <a:extLst>
              <a:ext uri="{FF2B5EF4-FFF2-40B4-BE49-F238E27FC236}">
                <a16:creationId xmlns:a16="http://schemas.microsoft.com/office/drawing/2014/main" id="{609ABD32-8E54-B82A-FC6B-6869F62908A3}"/>
              </a:ext>
            </a:extLst>
          </p:cNvPr>
          <p:cNvPicPr>
            <a:picLocks noChangeAspect="1"/>
          </p:cNvPicPr>
          <p:nvPr/>
        </p:nvPicPr>
        <p:blipFill>
          <a:blip r:embed="rId2"/>
          <a:stretch>
            <a:fillRect/>
          </a:stretch>
        </p:blipFill>
        <p:spPr>
          <a:xfrm>
            <a:off x="3667573" y="1337543"/>
            <a:ext cx="8048625" cy="4562475"/>
          </a:xfrm>
          <a:prstGeom prst="rect">
            <a:avLst/>
          </a:prstGeom>
        </p:spPr>
      </p:pic>
      <p:sp>
        <p:nvSpPr>
          <p:cNvPr id="6" name="文本框 5">
            <a:extLst>
              <a:ext uri="{FF2B5EF4-FFF2-40B4-BE49-F238E27FC236}">
                <a16:creationId xmlns:a16="http://schemas.microsoft.com/office/drawing/2014/main" id="{642F7862-C607-3160-DA3B-C80EC13B5EA6}"/>
              </a:ext>
            </a:extLst>
          </p:cNvPr>
          <p:cNvSpPr txBox="1"/>
          <p:nvPr/>
        </p:nvSpPr>
        <p:spPr>
          <a:xfrm>
            <a:off x="6357666" y="1820174"/>
            <a:ext cx="34881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68</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7" name="文本框 6">
            <a:extLst>
              <a:ext uri="{FF2B5EF4-FFF2-40B4-BE49-F238E27FC236}">
                <a16:creationId xmlns:a16="http://schemas.microsoft.com/office/drawing/2014/main" id="{08621639-51CA-D61F-85A8-45B2CF526DD2}"/>
              </a:ext>
            </a:extLst>
          </p:cNvPr>
          <p:cNvSpPr txBox="1"/>
          <p:nvPr/>
        </p:nvSpPr>
        <p:spPr>
          <a:xfrm>
            <a:off x="6357665" y="3270214"/>
            <a:ext cx="34881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21</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8" name="Tijdelijke aanduiding voor datum 3">
            <a:extLst>
              <a:ext uri="{FF2B5EF4-FFF2-40B4-BE49-F238E27FC236}">
                <a16:creationId xmlns:a16="http://schemas.microsoft.com/office/drawing/2014/main" id="{E7BFE755-8932-895A-200B-3584F31518D1}"/>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
        <p:nvSpPr>
          <p:cNvPr id="10" name="文本框 9">
            <a:extLst>
              <a:ext uri="{FF2B5EF4-FFF2-40B4-BE49-F238E27FC236}">
                <a16:creationId xmlns:a16="http://schemas.microsoft.com/office/drawing/2014/main" id="{8F6E0EAE-DECE-B8C0-A78C-769FE927414A}"/>
              </a:ext>
            </a:extLst>
          </p:cNvPr>
          <p:cNvSpPr txBox="1"/>
          <p:nvPr/>
        </p:nvSpPr>
        <p:spPr>
          <a:xfrm>
            <a:off x="543464" y="1339149"/>
            <a:ext cx="3054680" cy="3416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In total 1629 measurements</a:t>
            </a:r>
          </a:p>
          <a:p>
            <a:pPr marL="0" marR="0" indent="0" algn="l" defTabSz="914400" rtl="0" fontAlgn="auto" latinLnBrk="0" hangingPunct="0">
              <a:lnSpc>
                <a:spcPct val="100000"/>
              </a:lnSpc>
              <a:spcBef>
                <a:spcPts val="0"/>
              </a:spcBef>
              <a:spcAft>
                <a:spcPts val="0"/>
              </a:spcAft>
              <a:buClrTx/>
              <a:buSzTx/>
              <a:buFontTx/>
              <a:buNone/>
              <a:tabLst/>
            </a:pPr>
            <a:endParaRPr lang="en-US" altLang="zh-CN" dirty="0"/>
          </a:p>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3 x 68 ROI features</a:t>
            </a:r>
          </a:p>
          <a:p>
            <a:pPr marL="0" marR="0" indent="0" algn="l" defTabSz="914400" rtl="0" fontAlgn="auto" latinLnBrk="0" hangingPunct="0">
              <a:lnSpc>
                <a:spcPct val="100000"/>
              </a:lnSpc>
              <a:spcBef>
                <a:spcPts val="0"/>
              </a:spcBef>
              <a:spcAft>
                <a:spcPts val="0"/>
              </a:spcAft>
              <a:buClrTx/>
              <a:buSzTx/>
              <a:buFontTx/>
              <a:buNone/>
              <a:tabLst/>
            </a:pPr>
            <a:endParaRPr lang="en-US" altLang="zh-CN" dirty="0"/>
          </a:p>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2 x 21 radar features</a:t>
            </a:r>
          </a:p>
          <a:p>
            <a:pPr marL="0" marR="0" indent="0" algn="l" defTabSz="914400" rtl="0" fontAlgn="auto" latinLnBrk="0" hangingPunct="0">
              <a:lnSpc>
                <a:spcPct val="100000"/>
              </a:lnSpc>
              <a:spcBef>
                <a:spcPts val="0"/>
              </a:spcBef>
              <a:spcAft>
                <a:spcPts val="0"/>
              </a:spcAft>
              <a:buClrTx/>
              <a:buSzTx/>
              <a:buFontTx/>
              <a:buNone/>
              <a:tabLst/>
            </a:pPr>
            <a:endParaRPr lang="en-US" altLang="zh-CN" dirty="0"/>
          </a:p>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In total 246 features</a:t>
            </a:r>
          </a:p>
          <a:p>
            <a:pPr marL="0" marR="0" indent="0" algn="l" defTabSz="914400" rtl="0" fontAlgn="auto" latinLnBrk="0" hangingPunct="0">
              <a:lnSpc>
                <a:spcPct val="100000"/>
              </a:lnSpc>
              <a:spcBef>
                <a:spcPts val="0"/>
              </a:spcBef>
              <a:spcAft>
                <a:spcPts val="0"/>
              </a:spcAft>
              <a:buClrTx/>
              <a:buSzTx/>
              <a:buFontTx/>
              <a:buNone/>
              <a:tabLst/>
            </a:pPr>
            <a:endParaRPr lang="en-US" altLang="zh-CN" dirty="0"/>
          </a:p>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Train-test split</a:t>
            </a:r>
          </a:p>
          <a:p>
            <a:pPr marL="0" marR="0" indent="0" algn="l" defTabSz="914400" rtl="0" fontAlgn="auto" latinLnBrk="0" hangingPunct="0">
              <a:lnSpc>
                <a:spcPct val="100000"/>
              </a:lnSpc>
              <a:spcBef>
                <a:spcPts val="0"/>
              </a:spcBef>
              <a:spcAft>
                <a:spcPts val="0"/>
              </a:spcAft>
              <a:buClrTx/>
              <a:buSzTx/>
              <a:buFontTx/>
              <a:buNone/>
              <a:tabLst/>
            </a:pPr>
            <a:endParaRPr lang="en-US" altLang="zh-CN" dirty="0"/>
          </a:p>
          <a:p>
            <a:pPr marL="0" marR="0" indent="0" algn="l" defTabSz="914400" rtl="0" fontAlgn="auto" latinLnBrk="0" hangingPunct="0">
              <a:lnSpc>
                <a:spcPct val="100000"/>
              </a:lnSpc>
              <a:spcBef>
                <a:spcPts val="0"/>
              </a:spcBef>
              <a:spcAft>
                <a:spcPts val="0"/>
              </a:spcAft>
              <a:buClrTx/>
              <a:buSzTx/>
              <a:buFontTx/>
              <a:buNone/>
              <a:tabLst/>
            </a:pPr>
            <a:r>
              <a:rPr lang="en-US" altLang="zh-CN" dirty="0"/>
              <a:t>Selection basked on training </a:t>
            </a:r>
          </a:p>
          <a:p>
            <a:pPr marL="0" marR="0" indent="0" algn="l" defTabSz="914400" rtl="0" fontAlgn="auto" latinLnBrk="0" hangingPunct="0">
              <a:lnSpc>
                <a:spcPct val="100000"/>
              </a:lnSpc>
              <a:spcBef>
                <a:spcPts val="0"/>
              </a:spcBef>
              <a:spcAft>
                <a:spcPts val="0"/>
              </a:spcAft>
              <a:buClrTx/>
              <a:buSzTx/>
              <a:buFontTx/>
              <a:buNone/>
              <a:tabLst/>
            </a:pPr>
            <a:r>
              <a:rPr lang="en-US" altLang="zh-CN" dirty="0"/>
              <a:t>set</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1" name="文本框 10">
            <a:extLst>
              <a:ext uri="{FF2B5EF4-FFF2-40B4-BE49-F238E27FC236}">
                <a16:creationId xmlns:a16="http://schemas.microsoft.com/office/drawing/2014/main" id="{9D9B8F5F-E6C2-FED4-29A3-9E0C5834AE2D}"/>
              </a:ext>
            </a:extLst>
          </p:cNvPr>
          <p:cNvSpPr txBox="1"/>
          <p:nvPr/>
        </p:nvSpPr>
        <p:spPr>
          <a:xfrm>
            <a:off x="7691885" y="5335792"/>
            <a:ext cx="34881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28</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2" name="文本框 11">
            <a:extLst>
              <a:ext uri="{FF2B5EF4-FFF2-40B4-BE49-F238E27FC236}">
                <a16:creationId xmlns:a16="http://schemas.microsoft.com/office/drawing/2014/main" id="{C2A56B19-AFF4-E7E4-56EB-5E0B26C2DDBD}"/>
              </a:ext>
            </a:extLst>
          </p:cNvPr>
          <p:cNvSpPr txBox="1"/>
          <p:nvPr/>
        </p:nvSpPr>
        <p:spPr>
          <a:xfrm>
            <a:off x="9911694" y="5353937"/>
            <a:ext cx="34881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altLang="zh-CN" dirty="0"/>
              <a:t>37</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987105830"/>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t-distributed stochastic neighbor embedding (t-SNE)</a:t>
            </a:r>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pic>
        <p:nvPicPr>
          <p:cNvPr id="6" name="图片 5" descr="图表&#10;&#10;低可信度描述已自动生成">
            <a:extLst>
              <a:ext uri="{FF2B5EF4-FFF2-40B4-BE49-F238E27FC236}">
                <a16:creationId xmlns:a16="http://schemas.microsoft.com/office/drawing/2014/main" id="{4B96DF82-BCD0-FF83-1BFA-6398518380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2543" y="1393079"/>
            <a:ext cx="5092429" cy="3791396"/>
          </a:xfrm>
          <a:prstGeom prst="rect">
            <a:avLst/>
          </a:prstGeom>
        </p:spPr>
      </p:pic>
      <p:sp>
        <p:nvSpPr>
          <p:cNvPr id="7" name="文本框 6">
            <a:extLst>
              <a:ext uri="{FF2B5EF4-FFF2-40B4-BE49-F238E27FC236}">
                <a16:creationId xmlns:a16="http://schemas.microsoft.com/office/drawing/2014/main" id="{8B11309E-25A9-1E5F-74CD-177D2B682BF9}"/>
              </a:ext>
            </a:extLst>
          </p:cNvPr>
          <p:cNvSpPr txBox="1"/>
          <p:nvPr/>
        </p:nvSpPr>
        <p:spPr>
          <a:xfrm>
            <a:off x="3597728" y="5338402"/>
            <a:ext cx="451661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altLang="zh-CN" dirty="0"/>
              <a:t>Visualization of the selected (SFS) features</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3" name="矩形 12">
            <a:extLst>
              <a:ext uri="{FF2B5EF4-FFF2-40B4-BE49-F238E27FC236}">
                <a16:creationId xmlns:a16="http://schemas.microsoft.com/office/drawing/2014/main" id="{7CBAF288-E981-9B2A-BBD4-055B01C55FBC}"/>
              </a:ext>
            </a:extLst>
          </p:cNvPr>
          <p:cNvSpPr/>
          <p:nvPr/>
        </p:nvSpPr>
        <p:spPr>
          <a:xfrm>
            <a:off x="8850701" y="1543289"/>
            <a:ext cx="293298" cy="207034"/>
          </a:xfrm>
          <a:prstGeom prst="rect">
            <a:avLst/>
          </a:prstGeom>
          <a:solidFill>
            <a:srgbClr val="440154"/>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4" name="文本框 13">
            <a:extLst>
              <a:ext uri="{FF2B5EF4-FFF2-40B4-BE49-F238E27FC236}">
                <a16:creationId xmlns:a16="http://schemas.microsoft.com/office/drawing/2014/main" id="{50212773-9C15-FEC1-BF76-417B736DC296}"/>
              </a:ext>
            </a:extLst>
          </p:cNvPr>
          <p:cNvSpPr txBox="1"/>
          <p:nvPr/>
        </p:nvSpPr>
        <p:spPr>
          <a:xfrm>
            <a:off x="9264770" y="1462141"/>
            <a:ext cx="2205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1</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5" name="矩形 14">
            <a:extLst>
              <a:ext uri="{FF2B5EF4-FFF2-40B4-BE49-F238E27FC236}">
                <a16:creationId xmlns:a16="http://schemas.microsoft.com/office/drawing/2014/main" id="{9B8B9C4E-1477-12BD-7779-B102A463502F}"/>
              </a:ext>
            </a:extLst>
          </p:cNvPr>
          <p:cNvSpPr/>
          <p:nvPr/>
        </p:nvSpPr>
        <p:spPr>
          <a:xfrm>
            <a:off x="8850701" y="2142860"/>
            <a:ext cx="293298" cy="207034"/>
          </a:xfrm>
          <a:prstGeom prst="rect">
            <a:avLst/>
          </a:prstGeom>
          <a:solidFill>
            <a:srgbClr val="414487"/>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6" name="文本框 15">
            <a:extLst>
              <a:ext uri="{FF2B5EF4-FFF2-40B4-BE49-F238E27FC236}">
                <a16:creationId xmlns:a16="http://schemas.microsoft.com/office/drawing/2014/main" id="{AF203237-B88A-DD76-E2D0-6B547AA58C31}"/>
              </a:ext>
            </a:extLst>
          </p:cNvPr>
          <p:cNvSpPr txBox="1"/>
          <p:nvPr/>
        </p:nvSpPr>
        <p:spPr>
          <a:xfrm>
            <a:off x="9264770" y="2061712"/>
            <a:ext cx="2205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2</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7" name="矩形 16">
            <a:extLst>
              <a:ext uri="{FF2B5EF4-FFF2-40B4-BE49-F238E27FC236}">
                <a16:creationId xmlns:a16="http://schemas.microsoft.com/office/drawing/2014/main" id="{06C250E4-C4B8-740B-2DCC-276525E986B2}"/>
              </a:ext>
            </a:extLst>
          </p:cNvPr>
          <p:cNvSpPr/>
          <p:nvPr/>
        </p:nvSpPr>
        <p:spPr>
          <a:xfrm>
            <a:off x="8850701" y="2661917"/>
            <a:ext cx="293298" cy="207034"/>
          </a:xfrm>
          <a:prstGeom prst="rect">
            <a:avLst/>
          </a:prstGeom>
          <a:solidFill>
            <a:srgbClr val="2A788E"/>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8" name="文本框 17">
            <a:extLst>
              <a:ext uri="{FF2B5EF4-FFF2-40B4-BE49-F238E27FC236}">
                <a16:creationId xmlns:a16="http://schemas.microsoft.com/office/drawing/2014/main" id="{7B35DC97-79EB-3FEC-87EE-D520CBF45CB9}"/>
              </a:ext>
            </a:extLst>
          </p:cNvPr>
          <p:cNvSpPr txBox="1"/>
          <p:nvPr/>
        </p:nvSpPr>
        <p:spPr>
          <a:xfrm>
            <a:off x="9264770" y="2580769"/>
            <a:ext cx="2205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altLang="zh-CN" dirty="0"/>
              <a:t>3</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9" name="矩形 18">
            <a:extLst>
              <a:ext uri="{FF2B5EF4-FFF2-40B4-BE49-F238E27FC236}">
                <a16:creationId xmlns:a16="http://schemas.microsoft.com/office/drawing/2014/main" id="{4C7775E2-5C13-492D-0B8D-A261480E6945}"/>
              </a:ext>
            </a:extLst>
          </p:cNvPr>
          <p:cNvSpPr/>
          <p:nvPr/>
        </p:nvSpPr>
        <p:spPr>
          <a:xfrm>
            <a:off x="8850701" y="3180974"/>
            <a:ext cx="293298" cy="207034"/>
          </a:xfrm>
          <a:prstGeom prst="rect">
            <a:avLst/>
          </a:prstGeom>
          <a:solidFill>
            <a:srgbClr val="22A884"/>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0" name="文本框 19">
            <a:extLst>
              <a:ext uri="{FF2B5EF4-FFF2-40B4-BE49-F238E27FC236}">
                <a16:creationId xmlns:a16="http://schemas.microsoft.com/office/drawing/2014/main" id="{B26E6085-C9C1-496E-1EB1-D2A903A2A5E8}"/>
              </a:ext>
            </a:extLst>
          </p:cNvPr>
          <p:cNvSpPr txBox="1"/>
          <p:nvPr/>
        </p:nvSpPr>
        <p:spPr>
          <a:xfrm>
            <a:off x="9264770" y="3099826"/>
            <a:ext cx="2205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altLang="zh-CN" dirty="0"/>
              <a:t>4</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21" name="矩形 20">
            <a:extLst>
              <a:ext uri="{FF2B5EF4-FFF2-40B4-BE49-F238E27FC236}">
                <a16:creationId xmlns:a16="http://schemas.microsoft.com/office/drawing/2014/main" id="{EAB40E07-AFC7-12A9-4D37-C0C9E3A0DC51}"/>
              </a:ext>
            </a:extLst>
          </p:cNvPr>
          <p:cNvSpPr/>
          <p:nvPr/>
        </p:nvSpPr>
        <p:spPr>
          <a:xfrm>
            <a:off x="8850701" y="3700031"/>
            <a:ext cx="293298" cy="207034"/>
          </a:xfrm>
          <a:prstGeom prst="rect">
            <a:avLst/>
          </a:prstGeom>
          <a:solidFill>
            <a:srgbClr val="7AD15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2" name="文本框 21">
            <a:extLst>
              <a:ext uri="{FF2B5EF4-FFF2-40B4-BE49-F238E27FC236}">
                <a16:creationId xmlns:a16="http://schemas.microsoft.com/office/drawing/2014/main" id="{EC0A7157-E9F1-4F72-F4FE-05CB404CDEA2}"/>
              </a:ext>
            </a:extLst>
          </p:cNvPr>
          <p:cNvSpPr txBox="1"/>
          <p:nvPr/>
        </p:nvSpPr>
        <p:spPr>
          <a:xfrm>
            <a:off x="9264770" y="3618883"/>
            <a:ext cx="2205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altLang="zh-CN" dirty="0"/>
              <a:t>5</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25" name="矩形 24">
            <a:extLst>
              <a:ext uri="{FF2B5EF4-FFF2-40B4-BE49-F238E27FC236}">
                <a16:creationId xmlns:a16="http://schemas.microsoft.com/office/drawing/2014/main" id="{E8FDF4D8-FE74-67BB-D081-71D0F69922F7}"/>
              </a:ext>
            </a:extLst>
          </p:cNvPr>
          <p:cNvSpPr/>
          <p:nvPr/>
        </p:nvSpPr>
        <p:spPr>
          <a:xfrm>
            <a:off x="8850701" y="4221828"/>
            <a:ext cx="293298" cy="207034"/>
          </a:xfrm>
          <a:prstGeom prst="rect">
            <a:avLst/>
          </a:prstGeom>
          <a:solidFill>
            <a:srgbClr val="FDE72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26" name="文本框 25">
            <a:extLst>
              <a:ext uri="{FF2B5EF4-FFF2-40B4-BE49-F238E27FC236}">
                <a16:creationId xmlns:a16="http://schemas.microsoft.com/office/drawing/2014/main" id="{39825146-CC47-4956-2044-CB6D5E10060E}"/>
              </a:ext>
            </a:extLst>
          </p:cNvPr>
          <p:cNvSpPr txBox="1"/>
          <p:nvPr/>
        </p:nvSpPr>
        <p:spPr>
          <a:xfrm>
            <a:off x="9264770" y="4140680"/>
            <a:ext cx="2205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6</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27" name="Tijdelijke aanduiding voor datum 3">
            <a:extLst>
              <a:ext uri="{FF2B5EF4-FFF2-40B4-BE49-F238E27FC236}">
                <a16:creationId xmlns:a16="http://schemas.microsoft.com/office/drawing/2014/main" id="{FA0BC3AD-1C9E-1356-5B42-B6F5045EAE63}"/>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2167936260"/>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Machine learning algorithms</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
        <p:nvSpPr>
          <p:cNvPr id="4" name="Tijdelijke aanduiding voor datum 3">
            <a:extLst>
              <a:ext uri="{FF2B5EF4-FFF2-40B4-BE49-F238E27FC236}">
                <a16:creationId xmlns:a16="http://schemas.microsoft.com/office/drawing/2014/main" id="{75D40233-4A7F-4447-927B-F108B3178E08}"/>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pic>
        <p:nvPicPr>
          <p:cNvPr id="6" name="图片 5">
            <a:extLst>
              <a:ext uri="{FF2B5EF4-FFF2-40B4-BE49-F238E27FC236}">
                <a16:creationId xmlns:a16="http://schemas.microsoft.com/office/drawing/2014/main" id="{8BD58E72-61CD-E177-513B-DEAB74299D6E}"/>
              </a:ext>
            </a:extLst>
          </p:cNvPr>
          <p:cNvPicPr>
            <a:picLocks noChangeAspect="1"/>
          </p:cNvPicPr>
          <p:nvPr/>
        </p:nvPicPr>
        <p:blipFill>
          <a:blip r:embed="rId2"/>
          <a:stretch>
            <a:fillRect/>
          </a:stretch>
        </p:blipFill>
        <p:spPr>
          <a:xfrm>
            <a:off x="2276475" y="1714500"/>
            <a:ext cx="7639050" cy="3429000"/>
          </a:xfrm>
          <a:prstGeom prst="rect">
            <a:avLst/>
          </a:prstGeom>
        </p:spPr>
      </p:pic>
    </p:spTree>
    <p:extLst>
      <p:ext uri="{BB962C8B-B14F-4D97-AF65-F5344CB8AC3E}">
        <p14:creationId xmlns:p14="http://schemas.microsoft.com/office/powerpoint/2010/main" val="2180247830"/>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Support vector machine (SVM)</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pic>
        <p:nvPicPr>
          <p:cNvPr id="4" name="图片 3" descr="图片包含 图表&#10;&#10;描述已自动生成">
            <a:extLst>
              <a:ext uri="{FF2B5EF4-FFF2-40B4-BE49-F238E27FC236}">
                <a16:creationId xmlns:a16="http://schemas.microsoft.com/office/drawing/2014/main" id="{C16C0DA0-B2B5-E39F-FD31-C85B5C87B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130" y="1231900"/>
            <a:ext cx="4672593" cy="4160528"/>
          </a:xfrm>
          <a:prstGeom prst="rect">
            <a:avLst/>
          </a:prstGeom>
        </p:spPr>
      </p:pic>
      <p:pic>
        <p:nvPicPr>
          <p:cNvPr id="6" name="图片 5" descr="图片包含 图表&#10;&#10;描述已自动生成">
            <a:extLst>
              <a:ext uri="{FF2B5EF4-FFF2-40B4-BE49-F238E27FC236}">
                <a16:creationId xmlns:a16="http://schemas.microsoft.com/office/drawing/2014/main" id="{0D344C22-FD1A-2960-7729-F5D7A4E926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2040" y="1231900"/>
            <a:ext cx="4672593" cy="4160528"/>
          </a:xfrm>
          <a:prstGeom prst="rect">
            <a:avLst/>
          </a:prstGeom>
        </p:spPr>
      </p:pic>
      <p:sp>
        <p:nvSpPr>
          <p:cNvPr id="7" name="文本框 6">
            <a:extLst>
              <a:ext uri="{FF2B5EF4-FFF2-40B4-BE49-F238E27FC236}">
                <a16:creationId xmlns:a16="http://schemas.microsoft.com/office/drawing/2014/main" id="{B18E5902-4E9C-97C0-1533-35FFD1E0DAFB}"/>
              </a:ext>
            </a:extLst>
          </p:cNvPr>
          <p:cNvSpPr txBox="1"/>
          <p:nvPr/>
        </p:nvSpPr>
        <p:spPr>
          <a:xfrm>
            <a:off x="2061713" y="5392428"/>
            <a:ext cx="246477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SFS &amp;</a:t>
            </a:r>
            <a:r>
              <a:rPr kumimoji="0" lang="zh-CN" altLang="en-US" sz="1800" b="0" i="0" u="none" strike="noStrike" cap="none" spc="0" normalizeH="0" baseline="0" dirty="0">
                <a:ln>
                  <a:noFill/>
                </a:ln>
                <a:solidFill>
                  <a:srgbClr val="000000"/>
                </a:solidFill>
                <a:effectLst/>
                <a:uFillTx/>
                <a:latin typeface="Arial"/>
                <a:ea typeface="Arial"/>
                <a:cs typeface="Arial"/>
                <a:sym typeface="Arial"/>
              </a:rPr>
              <a:t> </a:t>
            </a:r>
            <a:r>
              <a:rPr kumimoji="0" lang="en-US" altLang="zh-CN" sz="1800" b="0" i="0" u="none" strike="noStrike" cap="none" spc="0" normalizeH="0" baseline="0" dirty="0">
                <a:ln>
                  <a:noFill/>
                </a:ln>
                <a:solidFill>
                  <a:srgbClr val="000000"/>
                </a:solidFill>
                <a:effectLst/>
                <a:uFillTx/>
                <a:latin typeface="Arial"/>
                <a:ea typeface="Arial"/>
                <a:cs typeface="Arial"/>
                <a:sym typeface="Arial"/>
              </a:rPr>
              <a:t>SVM</a:t>
            </a:r>
          </a:p>
          <a:p>
            <a:pPr marL="0" marR="0" indent="0" algn="l" defTabSz="914400" rtl="0" fontAlgn="auto" latinLnBrk="0" hangingPunct="0">
              <a:lnSpc>
                <a:spcPct val="100000"/>
              </a:lnSpc>
              <a:spcBef>
                <a:spcPts val="0"/>
              </a:spcBef>
              <a:spcAft>
                <a:spcPts val="0"/>
              </a:spcAft>
              <a:buClrTx/>
              <a:buSzTx/>
              <a:buFontTx/>
              <a:buNone/>
              <a:tabLst/>
            </a:pPr>
            <a:r>
              <a:rPr lang="en-US" altLang="zh-CN" dirty="0"/>
              <a:t>Accuracy around 0.902</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8" name="文本框 7">
            <a:extLst>
              <a:ext uri="{FF2B5EF4-FFF2-40B4-BE49-F238E27FC236}">
                <a16:creationId xmlns:a16="http://schemas.microsoft.com/office/drawing/2014/main" id="{A554B667-1807-EDE0-F06C-2966077EB082}"/>
              </a:ext>
            </a:extLst>
          </p:cNvPr>
          <p:cNvSpPr txBox="1"/>
          <p:nvPr/>
        </p:nvSpPr>
        <p:spPr>
          <a:xfrm>
            <a:off x="7915623" y="5392427"/>
            <a:ext cx="246477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altLang="zh-CN" dirty="0"/>
              <a:t>Tree &amp; SVM</a:t>
            </a:r>
            <a:endParaRPr kumimoji="0" lang="en-US" altLang="zh-CN" sz="1800" b="0" i="0" u="none" strike="noStrike" cap="none" spc="0" normalizeH="0" baseline="0" dirty="0">
              <a:ln>
                <a:noFill/>
              </a:ln>
              <a:solidFill>
                <a:srgbClr val="000000"/>
              </a:solidFill>
              <a:effectLst/>
              <a:uFillTx/>
              <a:latin typeface="Arial"/>
              <a:ea typeface="Arial"/>
              <a:cs typeface="Arial"/>
              <a:sym typeface="Arial"/>
            </a:endParaRPr>
          </a:p>
          <a:p>
            <a:pPr marL="0" marR="0" indent="0" algn="l" defTabSz="914400" rtl="0" fontAlgn="auto" latinLnBrk="0" hangingPunct="0">
              <a:lnSpc>
                <a:spcPct val="100000"/>
              </a:lnSpc>
              <a:spcBef>
                <a:spcPts val="0"/>
              </a:spcBef>
              <a:spcAft>
                <a:spcPts val="0"/>
              </a:spcAft>
              <a:buClrTx/>
              <a:buSzTx/>
              <a:buFontTx/>
              <a:buNone/>
              <a:tabLst/>
            </a:pPr>
            <a:r>
              <a:rPr lang="en-US" altLang="zh-CN" dirty="0"/>
              <a:t>Accuracy around 0.896</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0" name="Tijdelijke aanduiding voor datum 3">
            <a:extLst>
              <a:ext uri="{FF2B5EF4-FFF2-40B4-BE49-F238E27FC236}">
                <a16:creationId xmlns:a16="http://schemas.microsoft.com/office/drawing/2014/main" id="{A3DA3C6A-0DBC-52AA-50D1-946392F2F60F}"/>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3456543129"/>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K nearest neighbors (KNN) &amp; r</a:t>
            </a:r>
            <a:r>
              <a:rPr lang="en-US" altLang="zh-CN" dirty="0"/>
              <a:t>andom forest</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pic>
        <p:nvPicPr>
          <p:cNvPr id="3" name="图片 2" descr="图片包含 图表&#10;&#10;描述已自动生成">
            <a:extLst>
              <a:ext uri="{FF2B5EF4-FFF2-40B4-BE49-F238E27FC236}">
                <a16:creationId xmlns:a16="http://schemas.microsoft.com/office/drawing/2014/main" id="{3A9FDDC2-7818-ED39-D2FF-0BD37F319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525" y="1262476"/>
            <a:ext cx="4672593" cy="4160528"/>
          </a:xfrm>
          <a:prstGeom prst="rect">
            <a:avLst/>
          </a:prstGeom>
        </p:spPr>
      </p:pic>
      <p:sp>
        <p:nvSpPr>
          <p:cNvPr id="6" name="文本框 5">
            <a:extLst>
              <a:ext uri="{FF2B5EF4-FFF2-40B4-BE49-F238E27FC236}">
                <a16:creationId xmlns:a16="http://schemas.microsoft.com/office/drawing/2014/main" id="{09E3661B-AF89-1069-D724-C5094FD34102}"/>
              </a:ext>
            </a:extLst>
          </p:cNvPr>
          <p:cNvSpPr txBox="1"/>
          <p:nvPr/>
        </p:nvSpPr>
        <p:spPr>
          <a:xfrm>
            <a:off x="2061713" y="5392428"/>
            <a:ext cx="246477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SFS &amp;</a:t>
            </a:r>
            <a:r>
              <a:rPr kumimoji="0" lang="zh-CN" altLang="en-US" sz="1800" b="0" i="0" u="none" strike="noStrike" cap="none" spc="0" normalizeH="0" baseline="0" dirty="0">
                <a:ln>
                  <a:noFill/>
                </a:ln>
                <a:solidFill>
                  <a:srgbClr val="000000"/>
                </a:solidFill>
                <a:effectLst/>
                <a:uFillTx/>
                <a:latin typeface="Arial"/>
                <a:ea typeface="Arial"/>
                <a:cs typeface="Arial"/>
                <a:sym typeface="Arial"/>
              </a:rPr>
              <a:t> </a:t>
            </a:r>
            <a:r>
              <a:rPr lang="en-US" altLang="zh-CN" dirty="0"/>
              <a:t>KNN</a:t>
            </a:r>
            <a:endParaRPr kumimoji="0" lang="en-US" altLang="zh-CN" sz="1800" b="0" i="0" u="none" strike="noStrike" cap="none" spc="0" normalizeH="0" baseline="0" dirty="0">
              <a:ln>
                <a:noFill/>
              </a:ln>
              <a:solidFill>
                <a:srgbClr val="000000"/>
              </a:solidFill>
              <a:effectLst/>
              <a:uFillTx/>
              <a:latin typeface="Arial"/>
              <a:ea typeface="Arial"/>
              <a:cs typeface="Arial"/>
              <a:sym typeface="Arial"/>
            </a:endParaRPr>
          </a:p>
          <a:p>
            <a:pPr marL="0" marR="0" indent="0" algn="l" defTabSz="914400" rtl="0" fontAlgn="auto" latinLnBrk="0" hangingPunct="0">
              <a:lnSpc>
                <a:spcPct val="100000"/>
              </a:lnSpc>
              <a:spcBef>
                <a:spcPts val="0"/>
              </a:spcBef>
              <a:spcAft>
                <a:spcPts val="0"/>
              </a:spcAft>
              <a:buClrTx/>
              <a:buSzTx/>
              <a:buFontTx/>
              <a:buNone/>
              <a:tabLst/>
            </a:pPr>
            <a:r>
              <a:rPr lang="en-US" altLang="zh-CN" dirty="0"/>
              <a:t>Accuracy around 0.905</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8" name="Tijdelijke aanduiding voor datum 3">
            <a:extLst>
              <a:ext uri="{FF2B5EF4-FFF2-40B4-BE49-F238E27FC236}">
                <a16:creationId xmlns:a16="http://schemas.microsoft.com/office/drawing/2014/main" id="{6FE70F73-424C-8F35-7CDC-351204E9284D}"/>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pic>
        <p:nvPicPr>
          <p:cNvPr id="9" name="图片 8" descr="图片包含 图表&#10;&#10;描述已自动生成">
            <a:extLst>
              <a:ext uri="{FF2B5EF4-FFF2-40B4-BE49-F238E27FC236}">
                <a16:creationId xmlns:a16="http://schemas.microsoft.com/office/drawing/2014/main" id="{35DAC625-2545-DC7C-3D78-0DFA6435C2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732" y="1231900"/>
            <a:ext cx="4672593" cy="4160528"/>
          </a:xfrm>
          <a:prstGeom prst="rect">
            <a:avLst/>
          </a:prstGeom>
        </p:spPr>
      </p:pic>
      <p:sp>
        <p:nvSpPr>
          <p:cNvPr id="10" name="文本框 9">
            <a:extLst>
              <a:ext uri="{FF2B5EF4-FFF2-40B4-BE49-F238E27FC236}">
                <a16:creationId xmlns:a16="http://schemas.microsoft.com/office/drawing/2014/main" id="{6C8DD569-AD26-3682-02B5-1B93307B732A}"/>
              </a:ext>
            </a:extLst>
          </p:cNvPr>
          <p:cNvSpPr txBox="1"/>
          <p:nvPr/>
        </p:nvSpPr>
        <p:spPr>
          <a:xfrm>
            <a:off x="7884357" y="5392428"/>
            <a:ext cx="246477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SFS &amp;</a:t>
            </a:r>
            <a:r>
              <a:rPr kumimoji="0" lang="zh-CN" altLang="en-US" sz="1800" b="0" i="0" u="none" strike="noStrike" cap="none" spc="0" normalizeH="0" baseline="0" dirty="0">
                <a:ln>
                  <a:noFill/>
                </a:ln>
                <a:solidFill>
                  <a:srgbClr val="000000"/>
                </a:solidFill>
                <a:effectLst/>
                <a:uFillTx/>
                <a:latin typeface="Arial"/>
                <a:ea typeface="Arial"/>
                <a:cs typeface="Arial"/>
                <a:sym typeface="Arial"/>
              </a:rPr>
              <a:t> </a:t>
            </a:r>
            <a:r>
              <a:rPr lang="en-US" altLang="zh-CN" dirty="0"/>
              <a:t>Random forest</a:t>
            </a:r>
            <a:endParaRPr kumimoji="0" lang="en-US" altLang="zh-CN" sz="1800" b="0" i="0" u="none" strike="noStrike" cap="none" spc="0" normalizeH="0" baseline="0" dirty="0">
              <a:ln>
                <a:noFill/>
              </a:ln>
              <a:solidFill>
                <a:srgbClr val="000000"/>
              </a:solidFill>
              <a:effectLst/>
              <a:uFillTx/>
              <a:latin typeface="Arial"/>
              <a:ea typeface="Arial"/>
              <a:cs typeface="Arial"/>
              <a:sym typeface="Arial"/>
            </a:endParaRPr>
          </a:p>
          <a:p>
            <a:pPr marL="0" marR="0" indent="0" algn="l" defTabSz="914400" rtl="0" fontAlgn="auto" latinLnBrk="0" hangingPunct="0">
              <a:lnSpc>
                <a:spcPct val="100000"/>
              </a:lnSpc>
              <a:spcBef>
                <a:spcPts val="0"/>
              </a:spcBef>
              <a:spcAft>
                <a:spcPts val="0"/>
              </a:spcAft>
              <a:buClrTx/>
              <a:buSzTx/>
              <a:buFontTx/>
              <a:buNone/>
              <a:tabLst/>
            </a:pPr>
            <a:r>
              <a:rPr lang="en-US" altLang="zh-CN" dirty="0"/>
              <a:t>Accuracy around 0.911</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85774123"/>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CCC81-C76C-FEEC-C770-D78533119BFB}"/>
              </a:ext>
            </a:extLst>
          </p:cNvPr>
          <p:cNvSpPr>
            <a:spLocks noGrp="1"/>
          </p:cNvSpPr>
          <p:nvPr>
            <p:ph type="title"/>
          </p:nvPr>
        </p:nvSpPr>
        <p:spPr/>
        <p:txBody>
          <a:bodyPr/>
          <a:lstStyle/>
          <a:p>
            <a:r>
              <a:rPr lang="en-US" altLang="zh-CN" dirty="0"/>
              <a:t>Results of machine learning algorithms</a:t>
            </a:r>
            <a:endParaRPr lang="zh-CN" altLang="en-US" dirty="0"/>
          </a:p>
        </p:txBody>
      </p:sp>
      <p:graphicFrame>
        <p:nvGraphicFramePr>
          <p:cNvPr id="4" name="表格 3">
            <a:extLst>
              <a:ext uri="{FF2B5EF4-FFF2-40B4-BE49-F238E27FC236}">
                <a16:creationId xmlns:a16="http://schemas.microsoft.com/office/drawing/2014/main" id="{349BE7E8-4215-684F-5B12-1DAD34A34BD5}"/>
              </a:ext>
            </a:extLst>
          </p:cNvPr>
          <p:cNvGraphicFramePr>
            <a:graphicFrameLocks noGrp="1"/>
          </p:cNvGraphicFramePr>
          <p:nvPr>
            <p:extLst>
              <p:ext uri="{D42A27DB-BD31-4B8C-83A1-F6EECF244321}">
                <p14:modId xmlns:p14="http://schemas.microsoft.com/office/powerpoint/2010/main" val="4097556401"/>
              </p:ext>
            </p:extLst>
          </p:nvPr>
        </p:nvGraphicFramePr>
        <p:xfrm>
          <a:off x="2032000" y="2220662"/>
          <a:ext cx="8127999" cy="228600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4080033829"/>
                    </a:ext>
                  </a:extLst>
                </a:gridCol>
                <a:gridCol w="2709333">
                  <a:extLst>
                    <a:ext uri="{9D8B030D-6E8A-4147-A177-3AD203B41FA5}">
                      <a16:colId xmlns:a16="http://schemas.microsoft.com/office/drawing/2014/main" val="2949606293"/>
                    </a:ext>
                  </a:extLst>
                </a:gridCol>
                <a:gridCol w="2709333">
                  <a:extLst>
                    <a:ext uri="{9D8B030D-6E8A-4147-A177-3AD203B41FA5}">
                      <a16:colId xmlns:a16="http://schemas.microsoft.com/office/drawing/2014/main" val="2333909545"/>
                    </a:ext>
                  </a:extLst>
                </a:gridCol>
              </a:tblGrid>
              <a:tr h="370840">
                <a:tc>
                  <a:txBody>
                    <a:bodyPr/>
                    <a:lstStyle/>
                    <a:p>
                      <a:pPr algn="ctr"/>
                      <a:r>
                        <a:rPr lang="en-US" altLang="zh-CN" sz="2000" dirty="0"/>
                        <a:t>Feature selection method</a:t>
                      </a:r>
                      <a:endParaRPr lang="zh-CN" altLang="en-US" sz="2000" dirty="0"/>
                    </a:p>
                  </a:txBody>
                  <a:tcPr/>
                </a:tc>
                <a:tc>
                  <a:txBody>
                    <a:bodyPr/>
                    <a:lstStyle/>
                    <a:p>
                      <a:pPr algn="ctr"/>
                      <a:r>
                        <a:rPr lang="en-US" altLang="zh-CN" sz="2000" dirty="0"/>
                        <a:t>Model type</a:t>
                      </a:r>
                      <a:endParaRPr lang="zh-CN" altLang="en-US" sz="2000" dirty="0"/>
                    </a:p>
                  </a:txBody>
                  <a:tcPr/>
                </a:tc>
                <a:tc>
                  <a:txBody>
                    <a:bodyPr/>
                    <a:lstStyle/>
                    <a:p>
                      <a:pPr algn="ctr"/>
                      <a:r>
                        <a:rPr lang="en-US" altLang="zh-CN" sz="2000" dirty="0"/>
                        <a:t>Accuracy on test set</a:t>
                      </a:r>
                      <a:endParaRPr lang="zh-CN" altLang="en-US" sz="2000" dirty="0"/>
                    </a:p>
                  </a:txBody>
                  <a:tcPr/>
                </a:tc>
                <a:extLst>
                  <a:ext uri="{0D108BD9-81ED-4DB2-BD59-A6C34878D82A}">
                    <a16:rowId xmlns:a16="http://schemas.microsoft.com/office/drawing/2014/main" val="1048600468"/>
                  </a:ext>
                </a:extLst>
              </a:tr>
              <a:tr h="370840">
                <a:tc rowSpan="3">
                  <a:txBody>
                    <a:bodyPr/>
                    <a:lstStyle/>
                    <a:p>
                      <a:pPr algn="ctr"/>
                      <a:r>
                        <a:rPr lang="en-US" altLang="zh-CN" sz="2000" dirty="0"/>
                        <a:t>SFS</a:t>
                      </a:r>
                      <a:endParaRPr lang="zh-CN" altLang="en-US" sz="2000" dirty="0"/>
                    </a:p>
                  </a:txBody>
                  <a:tcPr anchor="ctr"/>
                </a:tc>
                <a:tc>
                  <a:txBody>
                    <a:bodyPr/>
                    <a:lstStyle/>
                    <a:p>
                      <a:pPr algn="ctr"/>
                      <a:r>
                        <a:rPr lang="en-US" altLang="zh-CN" sz="2000" dirty="0"/>
                        <a:t>SVM</a:t>
                      </a:r>
                      <a:endParaRPr lang="zh-CN" altLang="en-US" sz="2000" dirty="0"/>
                    </a:p>
                  </a:txBody>
                  <a:tcPr/>
                </a:tc>
                <a:tc>
                  <a:txBody>
                    <a:bodyPr/>
                    <a:lstStyle/>
                    <a:p>
                      <a:pPr algn="ctr"/>
                      <a:r>
                        <a:rPr lang="en-US" altLang="zh-CN" sz="2000" dirty="0"/>
                        <a:t>90.2%</a:t>
                      </a:r>
                      <a:endParaRPr lang="zh-CN" altLang="en-US" sz="2000" dirty="0"/>
                    </a:p>
                  </a:txBody>
                  <a:tcPr/>
                </a:tc>
                <a:extLst>
                  <a:ext uri="{0D108BD9-81ED-4DB2-BD59-A6C34878D82A}">
                    <a16:rowId xmlns:a16="http://schemas.microsoft.com/office/drawing/2014/main" val="640565287"/>
                  </a:ext>
                </a:extLst>
              </a:tr>
              <a:tr h="370840">
                <a:tc vMerge="1">
                  <a:txBody>
                    <a:bodyPr/>
                    <a:lstStyle/>
                    <a:p>
                      <a:endParaRPr lang="zh-CN" altLang="en-US" dirty="0"/>
                    </a:p>
                  </a:txBody>
                  <a:tcPr/>
                </a:tc>
                <a:tc>
                  <a:txBody>
                    <a:bodyPr/>
                    <a:lstStyle/>
                    <a:p>
                      <a:pPr algn="ctr"/>
                      <a:r>
                        <a:rPr lang="en-US" altLang="zh-CN" sz="2000" dirty="0"/>
                        <a:t>KNN</a:t>
                      </a:r>
                      <a:endParaRPr lang="zh-CN" altLang="en-US" sz="2000" dirty="0"/>
                    </a:p>
                  </a:txBody>
                  <a:tcPr/>
                </a:tc>
                <a:tc>
                  <a:txBody>
                    <a:bodyPr/>
                    <a:lstStyle/>
                    <a:p>
                      <a:pPr algn="ctr"/>
                      <a:r>
                        <a:rPr lang="en-US" altLang="zh-CN" sz="2000" dirty="0"/>
                        <a:t>90.5%</a:t>
                      </a:r>
                      <a:endParaRPr lang="zh-CN" altLang="en-US" sz="2000" dirty="0"/>
                    </a:p>
                  </a:txBody>
                  <a:tcPr/>
                </a:tc>
                <a:extLst>
                  <a:ext uri="{0D108BD9-81ED-4DB2-BD59-A6C34878D82A}">
                    <a16:rowId xmlns:a16="http://schemas.microsoft.com/office/drawing/2014/main" val="3593306440"/>
                  </a:ext>
                </a:extLst>
              </a:tr>
              <a:tr h="370840">
                <a:tc vMerge="1">
                  <a:txBody>
                    <a:bodyPr/>
                    <a:lstStyle/>
                    <a:p>
                      <a:endParaRPr lang="zh-CN" altLang="en-US" dirty="0"/>
                    </a:p>
                  </a:txBody>
                  <a:tcPr/>
                </a:tc>
                <a:tc>
                  <a:txBody>
                    <a:bodyPr/>
                    <a:lstStyle/>
                    <a:p>
                      <a:pPr algn="ctr"/>
                      <a:r>
                        <a:rPr lang="en-US" altLang="zh-CN" sz="2000" dirty="0"/>
                        <a:t>Random forest</a:t>
                      </a:r>
                      <a:endParaRPr lang="zh-CN" altLang="en-US" sz="2000" dirty="0"/>
                    </a:p>
                  </a:txBody>
                  <a:tcPr/>
                </a:tc>
                <a:tc>
                  <a:txBody>
                    <a:bodyPr/>
                    <a:lstStyle/>
                    <a:p>
                      <a:pPr algn="ctr"/>
                      <a:r>
                        <a:rPr lang="en-US" altLang="zh-CN" sz="2000" dirty="0"/>
                        <a:t>91.1%</a:t>
                      </a:r>
                      <a:endParaRPr lang="zh-CN" altLang="en-US" sz="2000" dirty="0"/>
                    </a:p>
                  </a:txBody>
                  <a:tcPr/>
                </a:tc>
                <a:extLst>
                  <a:ext uri="{0D108BD9-81ED-4DB2-BD59-A6C34878D82A}">
                    <a16:rowId xmlns:a16="http://schemas.microsoft.com/office/drawing/2014/main" val="2140641686"/>
                  </a:ext>
                </a:extLst>
              </a:tr>
              <a:tr h="370840">
                <a:tc>
                  <a:txBody>
                    <a:bodyPr/>
                    <a:lstStyle/>
                    <a:p>
                      <a:pPr algn="ctr"/>
                      <a:r>
                        <a:rPr lang="en-US" altLang="zh-CN" sz="2000" dirty="0"/>
                        <a:t>Tree-based</a:t>
                      </a:r>
                      <a:endParaRPr lang="zh-CN" altLang="en-US" sz="2000" dirty="0"/>
                    </a:p>
                  </a:txBody>
                  <a:tcPr anchor="ctr"/>
                </a:tc>
                <a:tc>
                  <a:txBody>
                    <a:bodyPr/>
                    <a:lstStyle/>
                    <a:p>
                      <a:pPr algn="ctr"/>
                      <a:r>
                        <a:rPr lang="en-US" altLang="zh-CN" sz="2000" dirty="0"/>
                        <a:t>SVM</a:t>
                      </a:r>
                      <a:endParaRPr lang="zh-CN" altLang="en-US" sz="2000" dirty="0"/>
                    </a:p>
                  </a:txBody>
                  <a:tcPr/>
                </a:tc>
                <a:tc>
                  <a:txBody>
                    <a:bodyPr/>
                    <a:lstStyle/>
                    <a:p>
                      <a:pPr algn="ctr"/>
                      <a:r>
                        <a:rPr lang="en-US" altLang="zh-CN" sz="2000" dirty="0"/>
                        <a:t>89.6%</a:t>
                      </a:r>
                      <a:endParaRPr lang="zh-CN" altLang="en-US" sz="2000" dirty="0"/>
                    </a:p>
                  </a:txBody>
                  <a:tcPr/>
                </a:tc>
                <a:extLst>
                  <a:ext uri="{0D108BD9-81ED-4DB2-BD59-A6C34878D82A}">
                    <a16:rowId xmlns:a16="http://schemas.microsoft.com/office/drawing/2014/main" val="3520783704"/>
                  </a:ext>
                </a:extLst>
              </a:tr>
            </a:tbl>
          </a:graphicData>
        </a:graphic>
      </p:graphicFrame>
      <p:sp>
        <p:nvSpPr>
          <p:cNvPr id="5" name="Tijdelijke aanduiding voor datum 3">
            <a:extLst>
              <a:ext uri="{FF2B5EF4-FFF2-40B4-BE49-F238E27FC236}">
                <a16:creationId xmlns:a16="http://schemas.microsoft.com/office/drawing/2014/main" id="{EB449A93-35C7-278E-F705-E249A7143DE3}"/>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
        <p:nvSpPr>
          <p:cNvPr id="6" name="Tijdelijke aanduiding voor dianummer 4">
            <a:extLst>
              <a:ext uri="{FF2B5EF4-FFF2-40B4-BE49-F238E27FC236}">
                <a16:creationId xmlns:a16="http://schemas.microsoft.com/office/drawing/2014/main" id="{FD332311-83F3-C505-546D-1D37D6C2E70F}"/>
              </a:ext>
            </a:extLst>
          </p:cNvPr>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Tree>
    <p:extLst>
      <p:ext uri="{BB962C8B-B14F-4D97-AF65-F5344CB8AC3E}">
        <p14:creationId xmlns:p14="http://schemas.microsoft.com/office/powerpoint/2010/main" val="28135843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CNN: input data format </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3" name="Rectangle 1029">
            <a:extLst>
              <a:ext uri="{FF2B5EF4-FFF2-40B4-BE49-F238E27FC236}">
                <a16:creationId xmlns:a16="http://schemas.microsoft.com/office/drawing/2014/main" id="{30062D58-DEBE-629B-C397-2E4ADFEA091A}"/>
              </a:ext>
            </a:extLst>
          </p:cNvPr>
          <p:cNvSpPr txBox="1">
            <a:spLocks noChangeArrowheads="1"/>
          </p:cNvSpPr>
          <p:nvPr/>
        </p:nvSpPr>
        <p:spPr bwMode="auto">
          <a:xfrm>
            <a:off x="808776" y="1654537"/>
            <a:ext cx="864096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r>
              <a:rPr lang="en-US" altLang="zh-CN" sz="2400" dirty="0"/>
              <a:t>Spectrogram RGB image</a:t>
            </a:r>
          </a:p>
          <a:p>
            <a:pPr lvl="1"/>
            <a:r>
              <a:rPr lang="en-US" altLang="zh-CN" sz="2200" dirty="0"/>
              <a:t>Resize to 224*224*3</a:t>
            </a:r>
          </a:p>
          <a:p>
            <a:pPr lvl="1"/>
            <a:r>
              <a:rPr lang="en-US" altLang="zh-CN" sz="2200" dirty="0"/>
              <a:t>Normalize the pixels</a:t>
            </a:r>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endParaRPr lang="en-US" altLang="zh-CN" sz="2400" dirty="0"/>
          </a:p>
          <a:p>
            <a:r>
              <a:rPr lang="en-US" altLang="zh-CN" sz="2400" dirty="0"/>
              <a:t>Masked spectrogram RGB image</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pic>
        <p:nvPicPr>
          <p:cNvPr id="5" name="图片 4">
            <a:extLst>
              <a:ext uri="{FF2B5EF4-FFF2-40B4-BE49-F238E27FC236}">
                <a16:creationId xmlns:a16="http://schemas.microsoft.com/office/drawing/2014/main" id="{B7F99AFD-E012-CBF1-C323-13ACFE5A61D0}"/>
              </a:ext>
            </a:extLst>
          </p:cNvPr>
          <p:cNvPicPr>
            <a:picLocks noChangeAspect="1"/>
          </p:cNvPicPr>
          <p:nvPr/>
        </p:nvPicPr>
        <p:blipFill rotWithShape="1">
          <a:blip r:embed="rId3">
            <a:extLst>
              <a:ext uri="{28A0092B-C50C-407E-A947-70E740481C1C}">
                <a14:useLocalDpi xmlns:a14="http://schemas.microsoft.com/office/drawing/2010/main" val="0"/>
              </a:ext>
            </a:extLst>
          </a:blip>
          <a:srcRect t="15465"/>
          <a:stretch/>
        </p:blipFill>
        <p:spPr>
          <a:xfrm>
            <a:off x="1990737" y="2695384"/>
            <a:ext cx="7269494" cy="1352736"/>
          </a:xfrm>
          <a:prstGeom prst="rect">
            <a:avLst/>
          </a:prstGeom>
        </p:spPr>
      </p:pic>
      <p:pic>
        <p:nvPicPr>
          <p:cNvPr id="7" name="图片 6">
            <a:extLst>
              <a:ext uri="{FF2B5EF4-FFF2-40B4-BE49-F238E27FC236}">
                <a16:creationId xmlns:a16="http://schemas.microsoft.com/office/drawing/2014/main" id="{1467DA7F-D2F7-64E4-50BA-C52E55BA9E31}"/>
              </a:ext>
            </a:extLst>
          </p:cNvPr>
          <p:cNvPicPr>
            <a:picLocks noChangeAspect="1"/>
          </p:cNvPicPr>
          <p:nvPr/>
        </p:nvPicPr>
        <p:blipFill rotWithShape="1">
          <a:blip r:embed="rId4">
            <a:extLst>
              <a:ext uri="{28A0092B-C50C-407E-A947-70E740481C1C}">
                <a14:useLocalDpi xmlns:a14="http://schemas.microsoft.com/office/drawing/2010/main" val="0"/>
              </a:ext>
            </a:extLst>
          </a:blip>
          <a:srcRect t="15465"/>
          <a:stretch/>
        </p:blipFill>
        <p:spPr>
          <a:xfrm>
            <a:off x="1990737" y="4622281"/>
            <a:ext cx="7269494" cy="1352736"/>
          </a:xfrm>
          <a:prstGeom prst="rect">
            <a:avLst/>
          </a:prstGeom>
        </p:spPr>
      </p:pic>
      <p:sp>
        <p:nvSpPr>
          <p:cNvPr id="2" name="Tijdelijke aanduiding voor datum 3">
            <a:extLst>
              <a:ext uri="{FF2B5EF4-FFF2-40B4-BE49-F238E27FC236}">
                <a16:creationId xmlns:a16="http://schemas.microsoft.com/office/drawing/2014/main" id="{0FA2DA89-3FF3-4F88-4BBB-B8D2E1A9FCDA}"/>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1793137547"/>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altLang="zh-CN" dirty="0"/>
              <a:t>CNN: model design, </a:t>
            </a:r>
            <a:r>
              <a:rPr lang="en-US" altLang="zh-CN" dirty="0" err="1"/>
              <a:t>ConvNet</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graphicFrame>
        <p:nvGraphicFramePr>
          <p:cNvPr id="2" name="图示 1">
            <a:extLst>
              <a:ext uri="{FF2B5EF4-FFF2-40B4-BE49-F238E27FC236}">
                <a16:creationId xmlns:a16="http://schemas.microsoft.com/office/drawing/2014/main" id="{CC10269F-F8B1-887A-0E34-A4981F1504CA}"/>
              </a:ext>
            </a:extLst>
          </p:cNvPr>
          <p:cNvGraphicFramePr/>
          <p:nvPr/>
        </p:nvGraphicFramePr>
        <p:xfrm>
          <a:off x="1080911" y="1718068"/>
          <a:ext cx="9933035" cy="31229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210" name="组合 3209">
            <a:extLst>
              <a:ext uri="{FF2B5EF4-FFF2-40B4-BE49-F238E27FC236}">
                <a16:creationId xmlns:a16="http://schemas.microsoft.com/office/drawing/2014/main" id="{2860F7E0-F26C-6284-5525-324140A43928}"/>
              </a:ext>
            </a:extLst>
          </p:cNvPr>
          <p:cNvGrpSpPr/>
          <p:nvPr/>
        </p:nvGrpSpPr>
        <p:grpSpPr>
          <a:xfrm>
            <a:off x="11289785" y="2967362"/>
            <a:ext cx="867960" cy="711516"/>
            <a:chOff x="5656" y="1035635"/>
            <a:chExt cx="1753643" cy="2135537"/>
          </a:xfrm>
          <a:solidFill>
            <a:schemeClr val="accent5">
              <a:lumMod val="20000"/>
              <a:lumOff val="80000"/>
            </a:schemeClr>
          </a:solidFill>
          <a:scene3d>
            <a:camera prst="orthographicFront"/>
            <a:lightRig rig="flat" dir="t"/>
          </a:scene3d>
        </p:grpSpPr>
        <p:sp>
          <p:nvSpPr>
            <p:cNvPr id="3211" name="矩形: 圆角 3210">
              <a:extLst>
                <a:ext uri="{FF2B5EF4-FFF2-40B4-BE49-F238E27FC236}">
                  <a16:creationId xmlns:a16="http://schemas.microsoft.com/office/drawing/2014/main" id="{470E2EC7-9AFB-96C5-DBAB-5CAAAA953A02}"/>
                </a:ext>
              </a:extLst>
            </p:cNvPr>
            <p:cNvSpPr/>
            <p:nvPr/>
          </p:nvSpPr>
          <p:spPr>
            <a:xfrm>
              <a:off x="5656" y="1057525"/>
              <a:ext cx="1753643" cy="2113647"/>
            </a:xfrm>
            <a:prstGeom prst="roundRect">
              <a:avLst>
                <a:gd name="adj" fmla="val 10000"/>
              </a:avLst>
            </a:prstGeom>
            <a:grpFill/>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3212" name="矩形: 圆角 4">
              <a:extLst>
                <a:ext uri="{FF2B5EF4-FFF2-40B4-BE49-F238E27FC236}">
                  <a16:creationId xmlns:a16="http://schemas.microsoft.com/office/drawing/2014/main" id="{108EFE79-AA55-55B5-296E-16CF7DFED43D}"/>
                </a:ext>
              </a:extLst>
            </p:cNvPr>
            <p:cNvSpPr txBox="1"/>
            <p:nvPr/>
          </p:nvSpPr>
          <p:spPr>
            <a:xfrm>
              <a:off x="57017" y="1035635"/>
              <a:ext cx="1650919" cy="2010923"/>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Output</a:t>
              </a:r>
            </a:p>
            <a:p>
              <a:pPr marL="0" lvl="0" indent="0" algn="ctr" defTabSz="711200">
                <a:lnSpc>
                  <a:spcPct val="90000"/>
                </a:lnSpc>
                <a:spcBef>
                  <a:spcPct val="0"/>
                </a:spcBef>
                <a:spcAft>
                  <a:spcPct val="35000"/>
                </a:spcAft>
                <a:buNone/>
              </a:pPr>
              <a:r>
                <a:rPr lang="en-US" altLang="zh-CN" sz="1600" b="1" kern="1200" dirty="0"/>
                <a:t>Class</a:t>
              </a:r>
              <a:endParaRPr lang="zh-CN" altLang="en-US" sz="1600" b="1" kern="1200" dirty="0"/>
            </a:p>
          </p:txBody>
        </p:sp>
      </p:grpSp>
      <p:grpSp>
        <p:nvGrpSpPr>
          <p:cNvPr id="3213" name="组合 3212">
            <a:extLst>
              <a:ext uri="{FF2B5EF4-FFF2-40B4-BE49-F238E27FC236}">
                <a16:creationId xmlns:a16="http://schemas.microsoft.com/office/drawing/2014/main" id="{A321F59C-F7B9-4C02-E7DF-06EE2A54EF97}"/>
              </a:ext>
            </a:extLst>
          </p:cNvPr>
          <p:cNvGrpSpPr/>
          <p:nvPr/>
        </p:nvGrpSpPr>
        <p:grpSpPr>
          <a:xfrm>
            <a:off x="846751" y="3104683"/>
            <a:ext cx="256631" cy="300210"/>
            <a:chOff x="1339135" y="1545004"/>
            <a:chExt cx="256631" cy="300210"/>
          </a:xfrm>
          <a:solidFill>
            <a:schemeClr val="accent5">
              <a:lumMod val="20000"/>
              <a:lumOff val="80000"/>
            </a:schemeClr>
          </a:solidFill>
        </p:grpSpPr>
        <p:sp>
          <p:nvSpPr>
            <p:cNvPr id="3214" name="箭头: 右 3213">
              <a:extLst>
                <a:ext uri="{FF2B5EF4-FFF2-40B4-BE49-F238E27FC236}">
                  <a16:creationId xmlns:a16="http://schemas.microsoft.com/office/drawing/2014/main" id="{D3988F4A-7A50-5943-3901-C13DB5A4C8DE}"/>
                </a:ext>
              </a:extLst>
            </p:cNvPr>
            <p:cNvSpPr/>
            <p:nvPr/>
          </p:nvSpPr>
          <p:spPr>
            <a:xfrm>
              <a:off x="1339135" y="1545004"/>
              <a:ext cx="256631" cy="300210"/>
            </a:xfrm>
            <a:prstGeom prst="rightArrow">
              <a:avLst>
                <a:gd name="adj1" fmla="val 60000"/>
                <a:gd name="adj2" fmla="val 50000"/>
              </a:avLst>
            </a:prstGeom>
            <a:grpFill/>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3215" name="箭头: 右 4">
              <a:extLst>
                <a:ext uri="{FF2B5EF4-FFF2-40B4-BE49-F238E27FC236}">
                  <a16:creationId xmlns:a16="http://schemas.microsoft.com/office/drawing/2014/main" id="{AF12FCC9-882D-AE91-CA5B-949D31983D78}"/>
                </a:ext>
              </a:extLst>
            </p:cNvPr>
            <p:cNvSpPr txBox="1"/>
            <p:nvPr/>
          </p:nvSpPr>
          <p:spPr>
            <a:xfrm>
              <a:off x="1339135" y="1605046"/>
              <a:ext cx="179642" cy="180126"/>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p:txBody>
        </p:sp>
      </p:grpSp>
      <p:grpSp>
        <p:nvGrpSpPr>
          <p:cNvPr id="3216" name="组合 3215">
            <a:extLst>
              <a:ext uri="{FF2B5EF4-FFF2-40B4-BE49-F238E27FC236}">
                <a16:creationId xmlns:a16="http://schemas.microsoft.com/office/drawing/2014/main" id="{7AC628A7-0A54-C9B6-21E7-436705B08B84}"/>
              </a:ext>
            </a:extLst>
          </p:cNvPr>
          <p:cNvGrpSpPr/>
          <p:nvPr/>
        </p:nvGrpSpPr>
        <p:grpSpPr>
          <a:xfrm>
            <a:off x="11028462" y="3146348"/>
            <a:ext cx="256631" cy="300210"/>
            <a:chOff x="1339135" y="1545004"/>
            <a:chExt cx="256631" cy="300210"/>
          </a:xfrm>
          <a:solidFill>
            <a:schemeClr val="accent5">
              <a:lumMod val="20000"/>
              <a:lumOff val="80000"/>
            </a:schemeClr>
          </a:solidFill>
        </p:grpSpPr>
        <p:sp>
          <p:nvSpPr>
            <p:cNvPr id="3217" name="箭头: 右 3216">
              <a:extLst>
                <a:ext uri="{FF2B5EF4-FFF2-40B4-BE49-F238E27FC236}">
                  <a16:creationId xmlns:a16="http://schemas.microsoft.com/office/drawing/2014/main" id="{15630CAF-F85D-1D62-F029-851D1ACC302B}"/>
                </a:ext>
              </a:extLst>
            </p:cNvPr>
            <p:cNvSpPr/>
            <p:nvPr/>
          </p:nvSpPr>
          <p:spPr>
            <a:xfrm>
              <a:off x="1339135" y="1545004"/>
              <a:ext cx="256631" cy="300210"/>
            </a:xfrm>
            <a:prstGeom prst="rightArrow">
              <a:avLst>
                <a:gd name="adj1" fmla="val 60000"/>
                <a:gd name="adj2" fmla="val 50000"/>
              </a:avLst>
            </a:prstGeom>
            <a:grpFill/>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3218" name="箭头: 右 4">
              <a:extLst>
                <a:ext uri="{FF2B5EF4-FFF2-40B4-BE49-F238E27FC236}">
                  <a16:creationId xmlns:a16="http://schemas.microsoft.com/office/drawing/2014/main" id="{499FDE71-4F86-6CAB-A702-6D304E089764}"/>
                </a:ext>
              </a:extLst>
            </p:cNvPr>
            <p:cNvSpPr txBox="1"/>
            <p:nvPr/>
          </p:nvSpPr>
          <p:spPr>
            <a:xfrm>
              <a:off x="1339135" y="1605046"/>
              <a:ext cx="179642" cy="180126"/>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p:txBody>
        </p:sp>
      </p:grpSp>
      <p:grpSp>
        <p:nvGrpSpPr>
          <p:cNvPr id="3219" name="组合 3218">
            <a:extLst>
              <a:ext uri="{FF2B5EF4-FFF2-40B4-BE49-F238E27FC236}">
                <a16:creationId xmlns:a16="http://schemas.microsoft.com/office/drawing/2014/main" id="{1CFAE25C-5346-91B0-9B1D-CF6DC34FC6EB}"/>
              </a:ext>
            </a:extLst>
          </p:cNvPr>
          <p:cNvGrpSpPr/>
          <p:nvPr/>
        </p:nvGrpSpPr>
        <p:grpSpPr>
          <a:xfrm>
            <a:off x="-10203" y="2935620"/>
            <a:ext cx="819280" cy="615998"/>
            <a:chOff x="5656" y="1035635"/>
            <a:chExt cx="1753643" cy="2135537"/>
          </a:xfrm>
          <a:solidFill>
            <a:schemeClr val="accent5">
              <a:lumMod val="20000"/>
              <a:lumOff val="80000"/>
            </a:schemeClr>
          </a:solidFill>
          <a:scene3d>
            <a:camera prst="orthographicFront"/>
            <a:lightRig rig="flat" dir="t"/>
          </a:scene3d>
        </p:grpSpPr>
        <p:sp>
          <p:nvSpPr>
            <p:cNvPr id="3220" name="矩形: 圆角 3219">
              <a:extLst>
                <a:ext uri="{FF2B5EF4-FFF2-40B4-BE49-F238E27FC236}">
                  <a16:creationId xmlns:a16="http://schemas.microsoft.com/office/drawing/2014/main" id="{E57AA379-FA1B-EE80-D9DE-1D6AC6822D02}"/>
                </a:ext>
              </a:extLst>
            </p:cNvPr>
            <p:cNvSpPr/>
            <p:nvPr/>
          </p:nvSpPr>
          <p:spPr>
            <a:xfrm>
              <a:off x="5656" y="1057525"/>
              <a:ext cx="1753643" cy="2113647"/>
            </a:xfrm>
            <a:prstGeom prst="roundRect">
              <a:avLst>
                <a:gd name="adj" fmla="val 10000"/>
              </a:avLst>
            </a:prstGeom>
            <a:grpFill/>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3221" name="矩形: 圆角 4">
              <a:extLst>
                <a:ext uri="{FF2B5EF4-FFF2-40B4-BE49-F238E27FC236}">
                  <a16:creationId xmlns:a16="http://schemas.microsoft.com/office/drawing/2014/main" id="{975CE25B-52C1-5DD8-E44F-0644FBF93D1A}"/>
                </a:ext>
              </a:extLst>
            </p:cNvPr>
            <p:cNvSpPr txBox="1"/>
            <p:nvPr/>
          </p:nvSpPr>
          <p:spPr>
            <a:xfrm>
              <a:off x="57017" y="1035635"/>
              <a:ext cx="1650919" cy="2010923"/>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Input</a:t>
              </a:r>
            </a:p>
            <a:p>
              <a:pPr marL="0" lvl="0" indent="0" algn="ctr" defTabSz="711200">
                <a:lnSpc>
                  <a:spcPct val="90000"/>
                </a:lnSpc>
                <a:spcBef>
                  <a:spcPct val="0"/>
                </a:spcBef>
                <a:spcAft>
                  <a:spcPct val="35000"/>
                </a:spcAft>
                <a:buNone/>
              </a:pPr>
              <a:r>
                <a:rPr lang="en-US" altLang="zh-CN" sz="1600" b="1" kern="1200" dirty="0"/>
                <a:t>Image</a:t>
              </a:r>
              <a:endParaRPr lang="zh-CN" altLang="en-US" sz="1600" b="1" kern="1200" dirty="0"/>
            </a:p>
          </p:txBody>
        </p:sp>
      </p:grpSp>
      <p:sp>
        <p:nvSpPr>
          <p:cNvPr id="3223" name="文本框 3222">
            <a:extLst>
              <a:ext uri="{FF2B5EF4-FFF2-40B4-BE49-F238E27FC236}">
                <a16:creationId xmlns:a16="http://schemas.microsoft.com/office/drawing/2014/main" id="{28E3842D-C91F-C35F-C0C0-5D1BDE2B863D}"/>
              </a:ext>
            </a:extLst>
          </p:cNvPr>
          <p:cNvSpPr txBox="1"/>
          <p:nvPr/>
        </p:nvSpPr>
        <p:spPr>
          <a:xfrm>
            <a:off x="1475833" y="1714430"/>
            <a:ext cx="11532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Module 1</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3224" name="文本框 3223">
            <a:extLst>
              <a:ext uri="{FF2B5EF4-FFF2-40B4-BE49-F238E27FC236}">
                <a16:creationId xmlns:a16="http://schemas.microsoft.com/office/drawing/2014/main" id="{6F7BF624-5291-8993-9EB9-EFFE53EDB679}"/>
              </a:ext>
            </a:extLst>
          </p:cNvPr>
          <p:cNvSpPr txBox="1"/>
          <p:nvPr/>
        </p:nvSpPr>
        <p:spPr>
          <a:xfrm>
            <a:off x="4050742" y="1714430"/>
            <a:ext cx="11532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Module 2</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3225" name="文本框 3224">
            <a:extLst>
              <a:ext uri="{FF2B5EF4-FFF2-40B4-BE49-F238E27FC236}">
                <a16:creationId xmlns:a16="http://schemas.microsoft.com/office/drawing/2014/main" id="{7184F33B-DB85-B89B-761D-8D1E481FA9BC}"/>
              </a:ext>
            </a:extLst>
          </p:cNvPr>
          <p:cNvSpPr txBox="1"/>
          <p:nvPr/>
        </p:nvSpPr>
        <p:spPr>
          <a:xfrm>
            <a:off x="6691492" y="1681806"/>
            <a:ext cx="11532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Module 3</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3226" name="文本框 3225">
            <a:extLst>
              <a:ext uri="{FF2B5EF4-FFF2-40B4-BE49-F238E27FC236}">
                <a16:creationId xmlns:a16="http://schemas.microsoft.com/office/drawing/2014/main" id="{6B61FFBB-74FF-3235-1C57-9F9C9BABA8B3}"/>
              </a:ext>
            </a:extLst>
          </p:cNvPr>
          <p:cNvSpPr txBox="1"/>
          <p:nvPr/>
        </p:nvSpPr>
        <p:spPr>
          <a:xfrm>
            <a:off x="9421922" y="1681806"/>
            <a:ext cx="11532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Classifier</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3227" name="文本框 3226">
            <a:extLst>
              <a:ext uri="{FF2B5EF4-FFF2-40B4-BE49-F238E27FC236}">
                <a16:creationId xmlns:a16="http://schemas.microsoft.com/office/drawing/2014/main" id="{FFFE1A48-3C6A-3A41-1028-707EA82FF64C}"/>
              </a:ext>
            </a:extLst>
          </p:cNvPr>
          <p:cNvSpPr txBox="1"/>
          <p:nvPr/>
        </p:nvSpPr>
        <p:spPr>
          <a:xfrm>
            <a:off x="3475555" y="4806865"/>
            <a:ext cx="4857283"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dirty="0">
                <a:ln>
                  <a:noFill/>
                </a:ln>
                <a:solidFill>
                  <a:srgbClr val="000000"/>
                </a:solidFill>
                <a:effectLst/>
                <a:uFillTx/>
                <a:latin typeface="+mn-lt"/>
                <a:ea typeface="Arial"/>
                <a:cs typeface="Arial"/>
                <a:sym typeface="Arial"/>
              </a:rPr>
              <a:t>A simplified version of VGG13 Net</a:t>
            </a:r>
          </a:p>
          <a:p>
            <a:pPr marL="0" marR="0" indent="0" algn="l" defTabSz="9144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dirty="0">
                <a:ln>
                  <a:noFill/>
                </a:ln>
                <a:solidFill>
                  <a:srgbClr val="000000"/>
                </a:solidFill>
                <a:effectLst/>
                <a:uFillTx/>
                <a:latin typeface="+mn-lt"/>
                <a:ea typeface="Arial"/>
                <a:cs typeface="Arial"/>
                <a:sym typeface="Arial"/>
              </a:rPr>
              <a:t>Activation function: </a:t>
            </a:r>
            <a:r>
              <a:rPr kumimoji="0" lang="en-US" altLang="zh-CN" sz="2400" b="0" i="0" u="none" strike="noStrike" cap="none" spc="0" normalizeH="0" baseline="0" dirty="0" err="1">
                <a:ln>
                  <a:noFill/>
                </a:ln>
                <a:solidFill>
                  <a:srgbClr val="000000"/>
                </a:solidFill>
                <a:effectLst/>
                <a:uFillTx/>
                <a:latin typeface="+mn-lt"/>
                <a:ea typeface="Arial"/>
                <a:cs typeface="Arial"/>
                <a:sym typeface="Arial"/>
              </a:rPr>
              <a:t>ReLU</a:t>
            </a:r>
            <a:endParaRPr kumimoji="0" lang="en-US" altLang="zh-CN" sz="2400" b="0" i="0" u="none" strike="noStrike" cap="none" spc="0" normalizeH="0" baseline="0" dirty="0">
              <a:ln>
                <a:noFill/>
              </a:ln>
              <a:solidFill>
                <a:srgbClr val="000000"/>
              </a:solidFill>
              <a:effectLst/>
              <a:uFillTx/>
              <a:latin typeface="+mn-lt"/>
              <a:ea typeface="Arial"/>
              <a:cs typeface="Arial"/>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dirty="0">
                <a:ln>
                  <a:noFill/>
                </a:ln>
                <a:solidFill>
                  <a:srgbClr val="000000"/>
                </a:solidFill>
                <a:effectLst/>
                <a:uFillTx/>
                <a:latin typeface="+mn-lt"/>
                <a:ea typeface="Arial"/>
                <a:cs typeface="Arial"/>
                <a:sym typeface="Arial"/>
              </a:rPr>
              <a:t>BN: Batch normalization layer</a:t>
            </a:r>
            <a:endParaRPr kumimoji="0" lang="zh-CN" altLang="en-US" sz="2400" b="0" i="0" u="none" strike="noStrike" cap="none" spc="0" normalizeH="0" baseline="0" dirty="0">
              <a:ln>
                <a:noFill/>
              </a:ln>
              <a:solidFill>
                <a:srgbClr val="000000"/>
              </a:solidFill>
              <a:effectLst/>
              <a:uFillTx/>
              <a:latin typeface="+mn-lt"/>
              <a:ea typeface="Arial"/>
              <a:cs typeface="Arial"/>
              <a:sym typeface="Arial"/>
            </a:endParaRPr>
          </a:p>
        </p:txBody>
      </p:sp>
      <p:sp>
        <p:nvSpPr>
          <p:cNvPr id="3" name="Tijdelijke aanduiding voor datum 3">
            <a:extLst>
              <a:ext uri="{FF2B5EF4-FFF2-40B4-BE49-F238E27FC236}">
                <a16:creationId xmlns:a16="http://schemas.microsoft.com/office/drawing/2014/main" id="{E813EB09-D5A3-8945-15D0-0FC21F22D3B0}"/>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3823261963"/>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altLang="zh-CN" dirty="0"/>
              <a:t>CNN: model design, </a:t>
            </a:r>
            <a:r>
              <a:rPr lang="en-US" altLang="zh-CN" dirty="0" err="1"/>
              <a:t>ConvSE</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14</a:t>
            </a:fld>
            <a:endParaRPr/>
          </a:p>
        </p:txBody>
      </p:sp>
      <p:grpSp>
        <p:nvGrpSpPr>
          <p:cNvPr id="3" name="组合 2">
            <a:extLst>
              <a:ext uri="{FF2B5EF4-FFF2-40B4-BE49-F238E27FC236}">
                <a16:creationId xmlns:a16="http://schemas.microsoft.com/office/drawing/2014/main" id="{B216A2ED-9388-222D-3194-53B689F494AD}"/>
              </a:ext>
            </a:extLst>
          </p:cNvPr>
          <p:cNvGrpSpPr/>
          <p:nvPr/>
        </p:nvGrpSpPr>
        <p:grpSpPr>
          <a:xfrm rot="5400000">
            <a:off x="1351710" y="4273549"/>
            <a:ext cx="710572" cy="375252"/>
            <a:chOff x="1934664" y="1896897"/>
            <a:chExt cx="371772" cy="434903"/>
          </a:xfrm>
        </p:grpSpPr>
        <p:sp>
          <p:nvSpPr>
            <p:cNvPr id="4" name="箭头: 右 3">
              <a:extLst>
                <a:ext uri="{FF2B5EF4-FFF2-40B4-BE49-F238E27FC236}">
                  <a16:creationId xmlns:a16="http://schemas.microsoft.com/office/drawing/2014/main" id="{BC586B4B-D16C-E8B4-1FE5-ED33A5B511BC}"/>
                </a:ext>
              </a:extLst>
            </p:cNvPr>
            <p:cNvSpPr/>
            <p:nvPr/>
          </p:nvSpPr>
          <p:spPr>
            <a:xfrm>
              <a:off x="1934664" y="1896897"/>
              <a:ext cx="371772" cy="434903"/>
            </a:xfrm>
            <a:prstGeom prst="rightArrow">
              <a:avLst>
                <a:gd name="adj1" fmla="val 60000"/>
                <a:gd name="adj2" fmla="val 50000"/>
              </a:avLst>
            </a:prstGeom>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5" name="箭头: 右 4">
              <a:extLst>
                <a:ext uri="{FF2B5EF4-FFF2-40B4-BE49-F238E27FC236}">
                  <a16:creationId xmlns:a16="http://schemas.microsoft.com/office/drawing/2014/main" id="{87B0787B-F1FF-4516-A6F7-27CD5A3D1127}"/>
                </a:ext>
              </a:extLst>
            </p:cNvPr>
            <p:cNvSpPr txBox="1"/>
            <p:nvPr/>
          </p:nvSpPr>
          <p:spPr>
            <a:xfrm>
              <a:off x="1934664" y="1983878"/>
              <a:ext cx="260240" cy="260941"/>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p:txBody>
        </p:sp>
      </p:grpSp>
      <p:grpSp>
        <p:nvGrpSpPr>
          <p:cNvPr id="6" name="组合 5">
            <a:extLst>
              <a:ext uri="{FF2B5EF4-FFF2-40B4-BE49-F238E27FC236}">
                <a16:creationId xmlns:a16="http://schemas.microsoft.com/office/drawing/2014/main" id="{6829BACE-20D8-F16B-B391-FF409D66E099}"/>
              </a:ext>
            </a:extLst>
          </p:cNvPr>
          <p:cNvGrpSpPr/>
          <p:nvPr/>
        </p:nvGrpSpPr>
        <p:grpSpPr>
          <a:xfrm rot="5400000">
            <a:off x="3339026" y="3980749"/>
            <a:ext cx="292920" cy="375252"/>
            <a:chOff x="4389765" y="1896897"/>
            <a:chExt cx="371772" cy="434903"/>
          </a:xfrm>
        </p:grpSpPr>
        <p:sp>
          <p:nvSpPr>
            <p:cNvPr id="7" name="箭头: 右 6">
              <a:extLst>
                <a:ext uri="{FF2B5EF4-FFF2-40B4-BE49-F238E27FC236}">
                  <a16:creationId xmlns:a16="http://schemas.microsoft.com/office/drawing/2014/main" id="{E1C19E7A-FF9B-20D5-E204-80D740FA6B84}"/>
                </a:ext>
              </a:extLst>
            </p:cNvPr>
            <p:cNvSpPr/>
            <p:nvPr/>
          </p:nvSpPr>
          <p:spPr>
            <a:xfrm>
              <a:off x="4389765" y="1896897"/>
              <a:ext cx="371772" cy="434903"/>
            </a:xfrm>
            <a:prstGeom prst="rightArrow">
              <a:avLst>
                <a:gd name="adj1" fmla="val 60000"/>
                <a:gd name="adj2" fmla="val 50000"/>
              </a:avLst>
            </a:prstGeom>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a:lstStyle/>
            <a:p>
              <a:endParaRPr lang="zh-CN" altLang="en-US"/>
            </a:p>
          </p:txBody>
        </p:sp>
        <p:sp>
          <p:nvSpPr>
            <p:cNvPr id="8" name="箭头: 右 4">
              <a:extLst>
                <a:ext uri="{FF2B5EF4-FFF2-40B4-BE49-F238E27FC236}">
                  <a16:creationId xmlns:a16="http://schemas.microsoft.com/office/drawing/2014/main" id="{06903FD6-5E92-E4D6-686E-9DF6000BD688}"/>
                </a:ext>
              </a:extLst>
            </p:cNvPr>
            <p:cNvSpPr txBox="1"/>
            <p:nvPr/>
          </p:nvSpPr>
          <p:spPr>
            <a:xfrm>
              <a:off x="4389765" y="1983878"/>
              <a:ext cx="260240" cy="260941"/>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p:txBody>
        </p:sp>
      </p:grpSp>
      <p:graphicFrame>
        <p:nvGraphicFramePr>
          <p:cNvPr id="2" name="图示 1">
            <a:extLst>
              <a:ext uri="{FF2B5EF4-FFF2-40B4-BE49-F238E27FC236}">
                <a16:creationId xmlns:a16="http://schemas.microsoft.com/office/drawing/2014/main" id="{CC10269F-F8B1-887A-0E34-A4981F1504CA}"/>
              </a:ext>
            </a:extLst>
          </p:cNvPr>
          <p:cNvGraphicFramePr/>
          <p:nvPr/>
        </p:nvGraphicFramePr>
        <p:xfrm>
          <a:off x="1117781" y="1298087"/>
          <a:ext cx="9933035" cy="33554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9" name="组合 8">
            <a:extLst>
              <a:ext uri="{FF2B5EF4-FFF2-40B4-BE49-F238E27FC236}">
                <a16:creationId xmlns:a16="http://schemas.microsoft.com/office/drawing/2014/main" id="{DD2918B1-0BB6-0D4B-4A31-01C5ADB24362}"/>
              </a:ext>
            </a:extLst>
          </p:cNvPr>
          <p:cNvGrpSpPr/>
          <p:nvPr/>
        </p:nvGrpSpPr>
        <p:grpSpPr>
          <a:xfrm>
            <a:off x="1117781" y="4837597"/>
            <a:ext cx="1298670" cy="754763"/>
            <a:chOff x="5656" y="1035635"/>
            <a:chExt cx="1753643" cy="2135537"/>
          </a:xfrm>
          <a:scene3d>
            <a:camera prst="orthographicFront"/>
            <a:lightRig rig="flat" dir="t"/>
          </a:scene3d>
        </p:grpSpPr>
        <p:sp>
          <p:nvSpPr>
            <p:cNvPr id="10" name="矩形: 圆角 9">
              <a:extLst>
                <a:ext uri="{FF2B5EF4-FFF2-40B4-BE49-F238E27FC236}">
                  <a16:creationId xmlns:a16="http://schemas.microsoft.com/office/drawing/2014/main" id="{C51DE4B1-D133-9CDE-47BF-257F53D65090}"/>
                </a:ext>
              </a:extLst>
            </p:cNvPr>
            <p:cNvSpPr/>
            <p:nvPr/>
          </p:nvSpPr>
          <p:spPr>
            <a:xfrm>
              <a:off x="5656" y="1057526"/>
              <a:ext cx="1753643" cy="211364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11" name="矩形: 圆角 4">
              <a:extLst>
                <a:ext uri="{FF2B5EF4-FFF2-40B4-BE49-F238E27FC236}">
                  <a16:creationId xmlns:a16="http://schemas.microsoft.com/office/drawing/2014/main" id="{CA84E543-674E-F396-DA66-3374CAA437FE}"/>
                </a:ext>
              </a:extLst>
            </p:cNvPr>
            <p:cNvSpPr txBox="1"/>
            <p:nvPr/>
          </p:nvSpPr>
          <p:spPr>
            <a:xfrm>
              <a:off x="57017" y="1035635"/>
              <a:ext cx="1650919" cy="2010924"/>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Max pool</a:t>
              </a:r>
              <a:endParaRPr lang="zh-CN" altLang="en-US" sz="1600" b="1" kern="1200" dirty="0"/>
            </a:p>
          </p:txBody>
        </p:sp>
      </p:grpSp>
      <p:grpSp>
        <p:nvGrpSpPr>
          <p:cNvPr id="12" name="组合 11">
            <a:extLst>
              <a:ext uri="{FF2B5EF4-FFF2-40B4-BE49-F238E27FC236}">
                <a16:creationId xmlns:a16="http://schemas.microsoft.com/office/drawing/2014/main" id="{39641E57-D9AE-3B7E-6D32-D129CBEE7070}"/>
              </a:ext>
            </a:extLst>
          </p:cNvPr>
          <p:cNvGrpSpPr/>
          <p:nvPr/>
        </p:nvGrpSpPr>
        <p:grpSpPr>
          <a:xfrm>
            <a:off x="2746899" y="4336889"/>
            <a:ext cx="1298670" cy="754763"/>
            <a:chOff x="5656" y="1035634"/>
            <a:chExt cx="1753643" cy="2135537"/>
          </a:xfrm>
          <a:solidFill>
            <a:srgbClr val="FFB8A6"/>
          </a:solidFill>
          <a:scene3d>
            <a:camera prst="orthographicFront"/>
            <a:lightRig rig="flat" dir="t"/>
          </a:scene3d>
        </p:grpSpPr>
        <p:sp>
          <p:nvSpPr>
            <p:cNvPr id="13" name="矩形: 圆角 12">
              <a:extLst>
                <a:ext uri="{FF2B5EF4-FFF2-40B4-BE49-F238E27FC236}">
                  <a16:creationId xmlns:a16="http://schemas.microsoft.com/office/drawing/2014/main" id="{BEBFC4C9-BFA6-96F3-2FF1-FD0797E3AFBB}"/>
                </a:ext>
              </a:extLst>
            </p:cNvPr>
            <p:cNvSpPr/>
            <p:nvPr/>
          </p:nvSpPr>
          <p:spPr>
            <a:xfrm>
              <a:off x="5656" y="1057525"/>
              <a:ext cx="1753643" cy="2113646"/>
            </a:xfrm>
            <a:prstGeom prst="roundRect">
              <a:avLst>
                <a:gd name="adj" fmla="val 10000"/>
              </a:avLst>
            </a:prstGeom>
            <a:grpFill/>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14" name="矩形: 圆角 4">
              <a:extLst>
                <a:ext uri="{FF2B5EF4-FFF2-40B4-BE49-F238E27FC236}">
                  <a16:creationId xmlns:a16="http://schemas.microsoft.com/office/drawing/2014/main" id="{063DE7A7-8FEA-8EF2-11A1-7CAECDF6861E}"/>
                </a:ext>
              </a:extLst>
            </p:cNvPr>
            <p:cNvSpPr txBox="1"/>
            <p:nvPr/>
          </p:nvSpPr>
          <p:spPr>
            <a:xfrm>
              <a:off x="57019" y="1035634"/>
              <a:ext cx="1650919" cy="2010922"/>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Max pool</a:t>
              </a:r>
              <a:endParaRPr lang="zh-CN" altLang="en-US" sz="1600" b="1" kern="1200" dirty="0"/>
            </a:p>
          </p:txBody>
        </p:sp>
      </p:grpSp>
      <p:grpSp>
        <p:nvGrpSpPr>
          <p:cNvPr id="54" name="组合 53">
            <a:extLst>
              <a:ext uri="{FF2B5EF4-FFF2-40B4-BE49-F238E27FC236}">
                <a16:creationId xmlns:a16="http://schemas.microsoft.com/office/drawing/2014/main" id="{3A9BE80D-8C61-B449-19AC-94439F5DE577}"/>
              </a:ext>
            </a:extLst>
          </p:cNvPr>
          <p:cNvGrpSpPr/>
          <p:nvPr/>
        </p:nvGrpSpPr>
        <p:grpSpPr>
          <a:xfrm>
            <a:off x="2208584" y="4699611"/>
            <a:ext cx="5158618" cy="704443"/>
            <a:chOff x="1934664" y="1983878"/>
            <a:chExt cx="364877" cy="887773"/>
          </a:xfrm>
        </p:grpSpPr>
        <p:sp>
          <p:nvSpPr>
            <p:cNvPr id="55" name="箭头: 右 54">
              <a:extLst>
                <a:ext uri="{FF2B5EF4-FFF2-40B4-BE49-F238E27FC236}">
                  <a16:creationId xmlns:a16="http://schemas.microsoft.com/office/drawing/2014/main" id="{552A102B-9772-EE37-6371-E113D2C6A45C}"/>
                </a:ext>
              </a:extLst>
            </p:cNvPr>
            <p:cNvSpPr/>
            <p:nvPr/>
          </p:nvSpPr>
          <p:spPr>
            <a:xfrm>
              <a:off x="1953572" y="2589043"/>
              <a:ext cx="345969" cy="282608"/>
            </a:xfrm>
            <a:custGeom>
              <a:avLst/>
              <a:gdLst>
                <a:gd name="connsiteX0" fmla="*/ 0 w 5687311"/>
                <a:gd name="connsiteY0" fmla="*/ 86981 h 434903"/>
                <a:gd name="connsiteX1" fmla="*/ 5283247 w 5687311"/>
                <a:gd name="connsiteY1" fmla="*/ 86981 h 434903"/>
                <a:gd name="connsiteX2" fmla="*/ 5283247 w 5687311"/>
                <a:gd name="connsiteY2" fmla="*/ 0 h 434903"/>
                <a:gd name="connsiteX3" fmla="*/ 5687311 w 5687311"/>
                <a:gd name="connsiteY3" fmla="*/ 217452 h 434903"/>
                <a:gd name="connsiteX4" fmla="*/ 5283247 w 5687311"/>
                <a:gd name="connsiteY4" fmla="*/ 434903 h 434903"/>
                <a:gd name="connsiteX5" fmla="*/ 5283247 w 5687311"/>
                <a:gd name="connsiteY5" fmla="*/ 347922 h 434903"/>
                <a:gd name="connsiteX6" fmla="*/ 0 w 5687311"/>
                <a:gd name="connsiteY6" fmla="*/ 347922 h 434903"/>
                <a:gd name="connsiteX7" fmla="*/ 0 w 5687311"/>
                <a:gd name="connsiteY7" fmla="*/ 86981 h 434903"/>
                <a:gd name="connsiteX0" fmla="*/ 0 w 5351409"/>
                <a:gd name="connsiteY0" fmla="*/ 86981 h 434903"/>
                <a:gd name="connsiteX1" fmla="*/ 5283247 w 5351409"/>
                <a:gd name="connsiteY1" fmla="*/ 86981 h 434903"/>
                <a:gd name="connsiteX2" fmla="*/ 5283247 w 5351409"/>
                <a:gd name="connsiteY2" fmla="*/ 0 h 434903"/>
                <a:gd name="connsiteX3" fmla="*/ 5351409 w 5351409"/>
                <a:gd name="connsiteY3" fmla="*/ 236113 h 434903"/>
                <a:gd name="connsiteX4" fmla="*/ 5283247 w 5351409"/>
                <a:gd name="connsiteY4" fmla="*/ 434903 h 434903"/>
                <a:gd name="connsiteX5" fmla="*/ 5283247 w 5351409"/>
                <a:gd name="connsiteY5" fmla="*/ 347922 h 434903"/>
                <a:gd name="connsiteX6" fmla="*/ 0 w 5351409"/>
                <a:gd name="connsiteY6" fmla="*/ 347922 h 434903"/>
                <a:gd name="connsiteX7" fmla="*/ 0 w 5351409"/>
                <a:gd name="connsiteY7" fmla="*/ 86981 h 434903"/>
                <a:gd name="connsiteX0" fmla="*/ 0 w 5351409"/>
                <a:gd name="connsiteY0" fmla="*/ 86981 h 347922"/>
                <a:gd name="connsiteX1" fmla="*/ 5283247 w 5351409"/>
                <a:gd name="connsiteY1" fmla="*/ 86981 h 347922"/>
                <a:gd name="connsiteX2" fmla="*/ 5283247 w 5351409"/>
                <a:gd name="connsiteY2" fmla="*/ 0 h 347922"/>
                <a:gd name="connsiteX3" fmla="*/ 5351409 w 5351409"/>
                <a:gd name="connsiteY3" fmla="*/ 236113 h 347922"/>
                <a:gd name="connsiteX4" fmla="*/ 5292578 w 5351409"/>
                <a:gd name="connsiteY4" fmla="*/ 304275 h 347922"/>
                <a:gd name="connsiteX5" fmla="*/ 5283247 w 5351409"/>
                <a:gd name="connsiteY5" fmla="*/ 347922 h 347922"/>
                <a:gd name="connsiteX6" fmla="*/ 0 w 5351409"/>
                <a:gd name="connsiteY6" fmla="*/ 347922 h 347922"/>
                <a:gd name="connsiteX7" fmla="*/ 0 w 5351409"/>
                <a:gd name="connsiteY7" fmla="*/ 86981 h 347922"/>
                <a:gd name="connsiteX0" fmla="*/ 0 w 5351409"/>
                <a:gd name="connsiteY0" fmla="*/ 21667 h 282608"/>
                <a:gd name="connsiteX1" fmla="*/ 5283247 w 5351409"/>
                <a:gd name="connsiteY1" fmla="*/ 21667 h 282608"/>
                <a:gd name="connsiteX2" fmla="*/ 5273917 w 5351409"/>
                <a:gd name="connsiteY2" fmla="*/ 0 h 282608"/>
                <a:gd name="connsiteX3" fmla="*/ 5351409 w 5351409"/>
                <a:gd name="connsiteY3" fmla="*/ 170799 h 282608"/>
                <a:gd name="connsiteX4" fmla="*/ 5292578 w 5351409"/>
                <a:gd name="connsiteY4" fmla="*/ 238961 h 282608"/>
                <a:gd name="connsiteX5" fmla="*/ 5283247 w 5351409"/>
                <a:gd name="connsiteY5" fmla="*/ 282608 h 282608"/>
                <a:gd name="connsiteX6" fmla="*/ 0 w 5351409"/>
                <a:gd name="connsiteY6" fmla="*/ 282608 h 282608"/>
                <a:gd name="connsiteX7" fmla="*/ 0 w 5351409"/>
                <a:gd name="connsiteY7" fmla="*/ 21667 h 282608"/>
                <a:gd name="connsiteX0" fmla="*/ 0 w 5292578"/>
                <a:gd name="connsiteY0" fmla="*/ 21667 h 282608"/>
                <a:gd name="connsiteX1" fmla="*/ 5283247 w 5292578"/>
                <a:gd name="connsiteY1" fmla="*/ 21667 h 282608"/>
                <a:gd name="connsiteX2" fmla="*/ 5273917 w 5292578"/>
                <a:gd name="connsiteY2" fmla="*/ 0 h 282608"/>
                <a:gd name="connsiteX3" fmla="*/ 5276764 w 5292578"/>
                <a:gd name="connsiteY3" fmla="*/ 180130 h 282608"/>
                <a:gd name="connsiteX4" fmla="*/ 5292578 w 5292578"/>
                <a:gd name="connsiteY4" fmla="*/ 238961 h 282608"/>
                <a:gd name="connsiteX5" fmla="*/ 5283247 w 5292578"/>
                <a:gd name="connsiteY5" fmla="*/ 282608 h 282608"/>
                <a:gd name="connsiteX6" fmla="*/ 0 w 5292578"/>
                <a:gd name="connsiteY6" fmla="*/ 282608 h 282608"/>
                <a:gd name="connsiteX7" fmla="*/ 0 w 5292578"/>
                <a:gd name="connsiteY7" fmla="*/ 21667 h 28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2578" h="282608">
                  <a:moveTo>
                    <a:pt x="0" y="21667"/>
                  </a:moveTo>
                  <a:lnTo>
                    <a:pt x="5283247" y="21667"/>
                  </a:lnTo>
                  <a:lnTo>
                    <a:pt x="5273917" y="0"/>
                  </a:lnTo>
                  <a:lnTo>
                    <a:pt x="5276764" y="180130"/>
                  </a:lnTo>
                  <a:lnTo>
                    <a:pt x="5292578" y="238961"/>
                  </a:lnTo>
                  <a:lnTo>
                    <a:pt x="5283247" y="282608"/>
                  </a:lnTo>
                  <a:lnTo>
                    <a:pt x="0" y="282608"/>
                  </a:lnTo>
                  <a:lnTo>
                    <a:pt x="0" y="21667"/>
                  </a:lnTo>
                  <a:close/>
                </a:path>
              </a:pathLst>
            </a:custGeom>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dirty="0"/>
            </a:p>
          </p:txBody>
        </p:sp>
        <p:sp>
          <p:nvSpPr>
            <p:cNvPr id="56" name="箭头: 右 4">
              <a:extLst>
                <a:ext uri="{FF2B5EF4-FFF2-40B4-BE49-F238E27FC236}">
                  <a16:creationId xmlns:a16="http://schemas.microsoft.com/office/drawing/2014/main" id="{57E90ABD-BEB9-CFE5-6D8C-6D7E82DC347F}"/>
                </a:ext>
              </a:extLst>
            </p:cNvPr>
            <p:cNvSpPr txBox="1"/>
            <p:nvPr/>
          </p:nvSpPr>
          <p:spPr>
            <a:xfrm>
              <a:off x="1934664" y="1983878"/>
              <a:ext cx="260240" cy="260941"/>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p:txBody>
        </p:sp>
      </p:grpSp>
      <p:grpSp>
        <p:nvGrpSpPr>
          <p:cNvPr id="3207" name="组合 3206">
            <a:extLst>
              <a:ext uri="{FF2B5EF4-FFF2-40B4-BE49-F238E27FC236}">
                <a16:creationId xmlns:a16="http://schemas.microsoft.com/office/drawing/2014/main" id="{B08485E6-E870-E241-33E4-88168D5976B0}"/>
              </a:ext>
            </a:extLst>
          </p:cNvPr>
          <p:cNvGrpSpPr/>
          <p:nvPr/>
        </p:nvGrpSpPr>
        <p:grpSpPr>
          <a:xfrm>
            <a:off x="3970659" y="4074249"/>
            <a:ext cx="2830154" cy="706121"/>
            <a:chOff x="3718135" y="3917025"/>
            <a:chExt cx="3213570" cy="889887"/>
          </a:xfrm>
        </p:grpSpPr>
        <p:grpSp>
          <p:nvGrpSpPr>
            <p:cNvPr id="3204" name="组合 3203">
              <a:extLst>
                <a:ext uri="{FF2B5EF4-FFF2-40B4-BE49-F238E27FC236}">
                  <a16:creationId xmlns:a16="http://schemas.microsoft.com/office/drawing/2014/main" id="{63B5F477-3BA3-55F1-D87D-847B69EA825A}"/>
                </a:ext>
              </a:extLst>
            </p:cNvPr>
            <p:cNvGrpSpPr/>
            <p:nvPr/>
          </p:nvGrpSpPr>
          <p:grpSpPr>
            <a:xfrm>
              <a:off x="3718135" y="3917025"/>
              <a:ext cx="3126589" cy="887773"/>
              <a:chOff x="1934664" y="1983878"/>
              <a:chExt cx="364877" cy="887773"/>
            </a:xfrm>
          </p:grpSpPr>
          <p:sp>
            <p:nvSpPr>
              <p:cNvPr id="3205" name="箭头: 右 54">
                <a:extLst>
                  <a:ext uri="{FF2B5EF4-FFF2-40B4-BE49-F238E27FC236}">
                    <a16:creationId xmlns:a16="http://schemas.microsoft.com/office/drawing/2014/main" id="{2A817D7B-4251-4D00-94CF-8DEE1758EC60}"/>
                  </a:ext>
                </a:extLst>
              </p:cNvPr>
              <p:cNvSpPr/>
              <p:nvPr/>
            </p:nvSpPr>
            <p:spPr>
              <a:xfrm>
                <a:off x="1953572" y="2589043"/>
                <a:ext cx="345969" cy="282608"/>
              </a:xfrm>
              <a:custGeom>
                <a:avLst/>
                <a:gdLst>
                  <a:gd name="connsiteX0" fmla="*/ 0 w 5687311"/>
                  <a:gd name="connsiteY0" fmla="*/ 86981 h 434903"/>
                  <a:gd name="connsiteX1" fmla="*/ 5283247 w 5687311"/>
                  <a:gd name="connsiteY1" fmla="*/ 86981 h 434903"/>
                  <a:gd name="connsiteX2" fmla="*/ 5283247 w 5687311"/>
                  <a:gd name="connsiteY2" fmla="*/ 0 h 434903"/>
                  <a:gd name="connsiteX3" fmla="*/ 5687311 w 5687311"/>
                  <a:gd name="connsiteY3" fmla="*/ 217452 h 434903"/>
                  <a:gd name="connsiteX4" fmla="*/ 5283247 w 5687311"/>
                  <a:gd name="connsiteY4" fmla="*/ 434903 h 434903"/>
                  <a:gd name="connsiteX5" fmla="*/ 5283247 w 5687311"/>
                  <a:gd name="connsiteY5" fmla="*/ 347922 h 434903"/>
                  <a:gd name="connsiteX6" fmla="*/ 0 w 5687311"/>
                  <a:gd name="connsiteY6" fmla="*/ 347922 h 434903"/>
                  <a:gd name="connsiteX7" fmla="*/ 0 w 5687311"/>
                  <a:gd name="connsiteY7" fmla="*/ 86981 h 434903"/>
                  <a:gd name="connsiteX0" fmla="*/ 0 w 5351409"/>
                  <a:gd name="connsiteY0" fmla="*/ 86981 h 434903"/>
                  <a:gd name="connsiteX1" fmla="*/ 5283247 w 5351409"/>
                  <a:gd name="connsiteY1" fmla="*/ 86981 h 434903"/>
                  <a:gd name="connsiteX2" fmla="*/ 5283247 w 5351409"/>
                  <a:gd name="connsiteY2" fmla="*/ 0 h 434903"/>
                  <a:gd name="connsiteX3" fmla="*/ 5351409 w 5351409"/>
                  <a:gd name="connsiteY3" fmla="*/ 236113 h 434903"/>
                  <a:gd name="connsiteX4" fmla="*/ 5283247 w 5351409"/>
                  <a:gd name="connsiteY4" fmla="*/ 434903 h 434903"/>
                  <a:gd name="connsiteX5" fmla="*/ 5283247 w 5351409"/>
                  <a:gd name="connsiteY5" fmla="*/ 347922 h 434903"/>
                  <a:gd name="connsiteX6" fmla="*/ 0 w 5351409"/>
                  <a:gd name="connsiteY6" fmla="*/ 347922 h 434903"/>
                  <a:gd name="connsiteX7" fmla="*/ 0 w 5351409"/>
                  <a:gd name="connsiteY7" fmla="*/ 86981 h 434903"/>
                  <a:gd name="connsiteX0" fmla="*/ 0 w 5351409"/>
                  <a:gd name="connsiteY0" fmla="*/ 86981 h 347922"/>
                  <a:gd name="connsiteX1" fmla="*/ 5283247 w 5351409"/>
                  <a:gd name="connsiteY1" fmla="*/ 86981 h 347922"/>
                  <a:gd name="connsiteX2" fmla="*/ 5283247 w 5351409"/>
                  <a:gd name="connsiteY2" fmla="*/ 0 h 347922"/>
                  <a:gd name="connsiteX3" fmla="*/ 5351409 w 5351409"/>
                  <a:gd name="connsiteY3" fmla="*/ 236113 h 347922"/>
                  <a:gd name="connsiteX4" fmla="*/ 5292578 w 5351409"/>
                  <a:gd name="connsiteY4" fmla="*/ 304275 h 347922"/>
                  <a:gd name="connsiteX5" fmla="*/ 5283247 w 5351409"/>
                  <a:gd name="connsiteY5" fmla="*/ 347922 h 347922"/>
                  <a:gd name="connsiteX6" fmla="*/ 0 w 5351409"/>
                  <a:gd name="connsiteY6" fmla="*/ 347922 h 347922"/>
                  <a:gd name="connsiteX7" fmla="*/ 0 w 5351409"/>
                  <a:gd name="connsiteY7" fmla="*/ 86981 h 347922"/>
                  <a:gd name="connsiteX0" fmla="*/ 0 w 5351409"/>
                  <a:gd name="connsiteY0" fmla="*/ 21667 h 282608"/>
                  <a:gd name="connsiteX1" fmla="*/ 5283247 w 5351409"/>
                  <a:gd name="connsiteY1" fmla="*/ 21667 h 282608"/>
                  <a:gd name="connsiteX2" fmla="*/ 5273917 w 5351409"/>
                  <a:gd name="connsiteY2" fmla="*/ 0 h 282608"/>
                  <a:gd name="connsiteX3" fmla="*/ 5351409 w 5351409"/>
                  <a:gd name="connsiteY3" fmla="*/ 170799 h 282608"/>
                  <a:gd name="connsiteX4" fmla="*/ 5292578 w 5351409"/>
                  <a:gd name="connsiteY4" fmla="*/ 238961 h 282608"/>
                  <a:gd name="connsiteX5" fmla="*/ 5283247 w 5351409"/>
                  <a:gd name="connsiteY5" fmla="*/ 282608 h 282608"/>
                  <a:gd name="connsiteX6" fmla="*/ 0 w 5351409"/>
                  <a:gd name="connsiteY6" fmla="*/ 282608 h 282608"/>
                  <a:gd name="connsiteX7" fmla="*/ 0 w 5351409"/>
                  <a:gd name="connsiteY7" fmla="*/ 21667 h 282608"/>
                  <a:gd name="connsiteX0" fmla="*/ 0 w 5292578"/>
                  <a:gd name="connsiteY0" fmla="*/ 21667 h 282608"/>
                  <a:gd name="connsiteX1" fmla="*/ 5283247 w 5292578"/>
                  <a:gd name="connsiteY1" fmla="*/ 21667 h 282608"/>
                  <a:gd name="connsiteX2" fmla="*/ 5273917 w 5292578"/>
                  <a:gd name="connsiteY2" fmla="*/ 0 h 282608"/>
                  <a:gd name="connsiteX3" fmla="*/ 5276764 w 5292578"/>
                  <a:gd name="connsiteY3" fmla="*/ 180130 h 282608"/>
                  <a:gd name="connsiteX4" fmla="*/ 5292578 w 5292578"/>
                  <a:gd name="connsiteY4" fmla="*/ 238961 h 282608"/>
                  <a:gd name="connsiteX5" fmla="*/ 5283247 w 5292578"/>
                  <a:gd name="connsiteY5" fmla="*/ 282608 h 282608"/>
                  <a:gd name="connsiteX6" fmla="*/ 0 w 5292578"/>
                  <a:gd name="connsiteY6" fmla="*/ 282608 h 282608"/>
                  <a:gd name="connsiteX7" fmla="*/ 0 w 5292578"/>
                  <a:gd name="connsiteY7" fmla="*/ 21667 h 28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2578" h="282608">
                    <a:moveTo>
                      <a:pt x="0" y="21667"/>
                    </a:moveTo>
                    <a:lnTo>
                      <a:pt x="5283247" y="21667"/>
                    </a:lnTo>
                    <a:lnTo>
                      <a:pt x="5273917" y="0"/>
                    </a:lnTo>
                    <a:lnTo>
                      <a:pt x="5276764" y="180130"/>
                    </a:lnTo>
                    <a:lnTo>
                      <a:pt x="5292578" y="238961"/>
                    </a:lnTo>
                    <a:lnTo>
                      <a:pt x="5283247" y="282608"/>
                    </a:lnTo>
                    <a:lnTo>
                      <a:pt x="0" y="282608"/>
                    </a:lnTo>
                    <a:lnTo>
                      <a:pt x="0" y="21667"/>
                    </a:lnTo>
                    <a:close/>
                  </a:path>
                </a:pathLst>
              </a:custGeom>
              <a:solidFill>
                <a:srgbClr val="FFB8A6"/>
              </a:solidFill>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dirty="0"/>
              </a:p>
            </p:txBody>
          </p:sp>
          <p:sp>
            <p:nvSpPr>
              <p:cNvPr id="3206" name="箭头: 右 4">
                <a:extLst>
                  <a:ext uri="{FF2B5EF4-FFF2-40B4-BE49-F238E27FC236}">
                    <a16:creationId xmlns:a16="http://schemas.microsoft.com/office/drawing/2014/main" id="{29C4CFE1-9622-728C-6440-AA9AC3E5A7A1}"/>
                  </a:ext>
                </a:extLst>
              </p:cNvPr>
              <p:cNvSpPr txBox="1"/>
              <p:nvPr/>
            </p:nvSpPr>
            <p:spPr>
              <a:xfrm>
                <a:off x="1934664" y="1983878"/>
                <a:ext cx="260240" cy="260941"/>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p:txBody>
          </p:sp>
        </p:grpSp>
        <p:grpSp>
          <p:nvGrpSpPr>
            <p:cNvPr id="3201" name="组合 3200">
              <a:extLst>
                <a:ext uri="{FF2B5EF4-FFF2-40B4-BE49-F238E27FC236}">
                  <a16:creationId xmlns:a16="http://schemas.microsoft.com/office/drawing/2014/main" id="{24680BCC-D506-7599-9C3A-BB989510303B}"/>
                </a:ext>
              </a:extLst>
            </p:cNvPr>
            <p:cNvGrpSpPr/>
            <p:nvPr/>
          </p:nvGrpSpPr>
          <p:grpSpPr>
            <a:xfrm rot="16200000">
              <a:off x="6312960" y="4188167"/>
              <a:ext cx="802587" cy="434903"/>
              <a:chOff x="4389765" y="1896896"/>
              <a:chExt cx="260240" cy="434903"/>
            </a:xfrm>
          </p:grpSpPr>
          <p:sp>
            <p:nvSpPr>
              <p:cNvPr id="3202" name="箭头: 右 3201">
                <a:extLst>
                  <a:ext uri="{FF2B5EF4-FFF2-40B4-BE49-F238E27FC236}">
                    <a16:creationId xmlns:a16="http://schemas.microsoft.com/office/drawing/2014/main" id="{4D7B9847-52FF-E513-5EFA-7A3E870E4F27}"/>
                  </a:ext>
                </a:extLst>
              </p:cNvPr>
              <p:cNvSpPr/>
              <p:nvPr/>
            </p:nvSpPr>
            <p:spPr>
              <a:xfrm>
                <a:off x="4389765" y="1896896"/>
                <a:ext cx="251222" cy="434903"/>
              </a:xfrm>
              <a:prstGeom prst="rightArrow">
                <a:avLst>
                  <a:gd name="adj1" fmla="val 60000"/>
                  <a:gd name="adj2" fmla="val 50000"/>
                </a:avLst>
              </a:prstGeom>
            </p:spPr>
            <p:style>
              <a:lnRef idx="0">
                <a:schemeClr val="lt1">
                  <a:hueOff val="0"/>
                  <a:satOff val="0"/>
                  <a:lumOff val="0"/>
                  <a:alphaOff val="0"/>
                </a:schemeClr>
              </a:lnRef>
              <a:fillRef idx="2">
                <a:schemeClr val="accent3">
                  <a:hueOff val="0"/>
                  <a:satOff val="0"/>
                  <a:lumOff val="0"/>
                  <a:alphaOff val="0"/>
                </a:schemeClr>
              </a:fillRef>
              <a:effectRef idx="1">
                <a:schemeClr val="accent3">
                  <a:hueOff val="0"/>
                  <a:satOff val="0"/>
                  <a:lumOff val="0"/>
                  <a:alphaOff val="0"/>
                </a:schemeClr>
              </a:effectRef>
              <a:fontRef idx="minor">
                <a:schemeClr val="dk1"/>
              </a:fontRef>
            </p:style>
            <p:txBody>
              <a:bodyPr/>
              <a:lstStyle/>
              <a:p>
                <a:endParaRPr lang="zh-CN" altLang="en-US"/>
              </a:p>
            </p:txBody>
          </p:sp>
          <p:sp>
            <p:nvSpPr>
              <p:cNvPr id="3203" name="箭头: 右 4">
                <a:extLst>
                  <a:ext uri="{FF2B5EF4-FFF2-40B4-BE49-F238E27FC236}">
                    <a16:creationId xmlns:a16="http://schemas.microsoft.com/office/drawing/2014/main" id="{C91A4E5C-FAB3-B8BE-830E-29C16314B06E}"/>
                  </a:ext>
                </a:extLst>
              </p:cNvPr>
              <p:cNvSpPr txBox="1"/>
              <p:nvPr/>
            </p:nvSpPr>
            <p:spPr>
              <a:xfrm>
                <a:off x="4389765" y="1983878"/>
                <a:ext cx="260240" cy="260941"/>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p:txBody>
          </p:sp>
        </p:grpSp>
      </p:grpSp>
      <p:grpSp>
        <p:nvGrpSpPr>
          <p:cNvPr id="3210" name="组合 3209">
            <a:extLst>
              <a:ext uri="{FF2B5EF4-FFF2-40B4-BE49-F238E27FC236}">
                <a16:creationId xmlns:a16="http://schemas.microsoft.com/office/drawing/2014/main" id="{2860F7E0-F26C-6284-5525-324140A43928}"/>
              </a:ext>
            </a:extLst>
          </p:cNvPr>
          <p:cNvGrpSpPr/>
          <p:nvPr/>
        </p:nvGrpSpPr>
        <p:grpSpPr>
          <a:xfrm>
            <a:off x="11324040" y="2659683"/>
            <a:ext cx="867960" cy="711516"/>
            <a:chOff x="5656" y="1035635"/>
            <a:chExt cx="1753643" cy="2135537"/>
          </a:xfrm>
          <a:solidFill>
            <a:schemeClr val="accent5">
              <a:lumMod val="20000"/>
              <a:lumOff val="80000"/>
            </a:schemeClr>
          </a:solidFill>
          <a:scene3d>
            <a:camera prst="orthographicFront"/>
            <a:lightRig rig="flat" dir="t"/>
          </a:scene3d>
        </p:grpSpPr>
        <p:sp>
          <p:nvSpPr>
            <p:cNvPr id="3211" name="矩形: 圆角 3210">
              <a:extLst>
                <a:ext uri="{FF2B5EF4-FFF2-40B4-BE49-F238E27FC236}">
                  <a16:creationId xmlns:a16="http://schemas.microsoft.com/office/drawing/2014/main" id="{470E2EC7-9AFB-96C5-DBAB-5CAAAA953A02}"/>
                </a:ext>
              </a:extLst>
            </p:cNvPr>
            <p:cNvSpPr/>
            <p:nvPr/>
          </p:nvSpPr>
          <p:spPr>
            <a:xfrm>
              <a:off x="5656" y="1057525"/>
              <a:ext cx="1753643" cy="2113647"/>
            </a:xfrm>
            <a:prstGeom prst="roundRect">
              <a:avLst>
                <a:gd name="adj" fmla="val 10000"/>
              </a:avLst>
            </a:prstGeom>
            <a:grpFill/>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3212" name="矩形: 圆角 4">
              <a:extLst>
                <a:ext uri="{FF2B5EF4-FFF2-40B4-BE49-F238E27FC236}">
                  <a16:creationId xmlns:a16="http://schemas.microsoft.com/office/drawing/2014/main" id="{108EFE79-AA55-55B5-296E-16CF7DFED43D}"/>
                </a:ext>
              </a:extLst>
            </p:cNvPr>
            <p:cNvSpPr txBox="1"/>
            <p:nvPr/>
          </p:nvSpPr>
          <p:spPr>
            <a:xfrm>
              <a:off x="57017" y="1035635"/>
              <a:ext cx="1650919" cy="2010923"/>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Output</a:t>
              </a:r>
            </a:p>
            <a:p>
              <a:pPr marL="0" lvl="0" indent="0" algn="ctr" defTabSz="711200">
                <a:lnSpc>
                  <a:spcPct val="90000"/>
                </a:lnSpc>
                <a:spcBef>
                  <a:spcPct val="0"/>
                </a:spcBef>
                <a:spcAft>
                  <a:spcPct val="35000"/>
                </a:spcAft>
                <a:buNone/>
              </a:pPr>
              <a:r>
                <a:rPr lang="en-US" altLang="zh-CN" sz="1600" b="1" kern="1200" dirty="0"/>
                <a:t>Class</a:t>
              </a:r>
              <a:endParaRPr lang="zh-CN" altLang="en-US" sz="1600" b="1" kern="1200" dirty="0"/>
            </a:p>
          </p:txBody>
        </p:sp>
      </p:grpSp>
      <p:grpSp>
        <p:nvGrpSpPr>
          <p:cNvPr id="3213" name="组合 3212">
            <a:extLst>
              <a:ext uri="{FF2B5EF4-FFF2-40B4-BE49-F238E27FC236}">
                <a16:creationId xmlns:a16="http://schemas.microsoft.com/office/drawing/2014/main" id="{A321F59C-F7B9-4C02-E7DF-06EE2A54EF97}"/>
              </a:ext>
            </a:extLst>
          </p:cNvPr>
          <p:cNvGrpSpPr/>
          <p:nvPr/>
        </p:nvGrpSpPr>
        <p:grpSpPr>
          <a:xfrm>
            <a:off x="840692" y="2838669"/>
            <a:ext cx="256631" cy="300210"/>
            <a:chOff x="1339135" y="1545004"/>
            <a:chExt cx="256631" cy="300210"/>
          </a:xfrm>
          <a:solidFill>
            <a:schemeClr val="accent5">
              <a:lumMod val="20000"/>
              <a:lumOff val="80000"/>
            </a:schemeClr>
          </a:solidFill>
        </p:grpSpPr>
        <p:sp>
          <p:nvSpPr>
            <p:cNvPr id="3214" name="箭头: 右 3213">
              <a:extLst>
                <a:ext uri="{FF2B5EF4-FFF2-40B4-BE49-F238E27FC236}">
                  <a16:creationId xmlns:a16="http://schemas.microsoft.com/office/drawing/2014/main" id="{D3988F4A-7A50-5943-3901-C13DB5A4C8DE}"/>
                </a:ext>
              </a:extLst>
            </p:cNvPr>
            <p:cNvSpPr/>
            <p:nvPr/>
          </p:nvSpPr>
          <p:spPr>
            <a:xfrm>
              <a:off x="1339135" y="1545004"/>
              <a:ext cx="256631" cy="300210"/>
            </a:xfrm>
            <a:prstGeom prst="rightArrow">
              <a:avLst>
                <a:gd name="adj1" fmla="val 60000"/>
                <a:gd name="adj2" fmla="val 50000"/>
              </a:avLst>
            </a:prstGeom>
            <a:grpFill/>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3215" name="箭头: 右 4">
              <a:extLst>
                <a:ext uri="{FF2B5EF4-FFF2-40B4-BE49-F238E27FC236}">
                  <a16:creationId xmlns:a16="http://schemas.microsoft.com/office/drawing/2014/main" id="{AF12FCC9-882D-AE91-CA5B-949D31983D78}"/>
                </a:ext>
              </a:extLst>
            </p:cNvPr>
            <p:cNvSpPr txBox="1"/>
            <p:nvPr/>
          </p:nvSpPr>
          <p:spPr>
            <a:xfrm>
              <a:off x="1339135" y="1605046"/>
              <a:ext cx="179642" cy="180126"/>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p:txBody>
        </p:sp>
      </p:grpSp>
      <p:grpSp>
        <p:nvGrpSpPr>
          <p:cNvPr id="3216" name="组合 3215">
            <a:extLst>
              <a:ext uri="{FF2B5EF4-FFF2-40B4-BE49-F238E27FC236}">
                <a16:creationId xmlns:a16="http://schemas.microsoft.com/office/drawing/2014/main" id="{7AC628A7-0A54-C9B6-21E7-436705B08B84}"/>
              </a:ext>
            </a:extLst>
          </p:cNvPr>
          <p:cNvGrpSpPr/>
          <p:nvPr/>
        </p:nvGrpSpPr>
        <p:grpSpPr>
          <a:xfrm>
            <a:off x="11062717" y="2838669"/>
            <a:ext cx="256631" cy="300210"/>
            <a:chOff x="1339135" y="1545004"/>
            <a:chExt cx="256631" cy="300210"/>
          </a:xfrm>
          <a:solidFill>
            <a:schemeClr val="accent5">
              <a:lumMod val="20000"/>
              <a:lumOff val="80000"/>
            </a:schemeClr>
          </a:solidFill>
        </p:grpSpPr>
        <p:sp>
          <p:nvSpPr>
            <p:cNvPr id="3217" name="箭头: 右 3216">
              <a:extLst>
                <a:ext uri="{FF2B5EF4-FFF2-40B4-BE49-F238E27FC236}">
                  <a16:creationId xmlns:a16="http://schemas.microsoft.com/office/drawing/2014/main" id="{15630CAF-F85D-1D62-F029-851D1ACC302B}"/>
                </a:ext>
              </a:extLst>
            </p:cNvPr>
            <p:cNvSpPr/>
            <p:nvPr/>
          </p:nvSpPr>
          <p:spPr>
            <a:xfrm>
              <a:off x="1339135" y="1545004"/>
              <a:ext cx="256631" cy="300210"/>
            </a:xfrm>
            <a:prstGeom prst="rightArrow">
              <a:avLst>
                <a:gd name="adj1" fmla="val 60000"/>
                <a:gd name="adj2" fmla="val 50000"/>
              </a:avLst>
            </a:prstGeom>
            <a:grpFill/>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3218" name="箭头: 右 4">
              <a:extLst>
                <a:ext uri="{FF2B5EF4-FFF2-40B4-BE49-F238E27FC236}">
                  <a16:creationId xmlns:a16="http://schemas.microsoft.com/office/drawing/2014/main" id="{499FDE71-4F86-6CAB-A702-6D304E089764}"/>
                </a:ext>
              </a:extLst>
            </p:cNvPr>
            <p:cNvSpPr txBox="1"/>
            <p:nvPr/>
          </p:nvSpPr>
          <p:spPr>
            <a:xfrm>
              <a:off x="1339135" y="1605046"/>
              <a:ext cx="179642" cy="180126"/>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p>
          </p:txBody>
        </p:sp>
      </p:grpSp>
      <p:grpSp>
        <p:nvGrpSpPr>
          <p:cNvPr id="3219" name="组合 3218">
            <a:extLst>
              <a:ext uri="{FF2B5EF4-FFF2-40B4-BE49-F238E27FC236}">
                <a16:creationId xmlns:a16="http://schemas.microsoft.com/office/drawing/2014/main" id="{1CFAE25C-5346-91B0-9B1D-CF6DC34FC6EB}"/>
              </a:ext>
            </a:extLst>
          </p:cNvPr>
          <p:cNvGrpSpPr/>
          <p:nvPr/>
        </p:nvGrpSpPr>
        <p:grpSpPr>
          <a:xfrm>
            <a:off x="954" y="2663566"/>
            <a:ext cx="819280" cy="615998"/>
            <a:chOff x="5656" y="1035635"/>
            <a:chExt cx="1753643" cy="2135537"/>
          </a:xfrm>
          <a:solidFill>
            <a:schemeClr val="accent5">
              <a:lumMod val="20000"/>
              <a:lumOff val="80000"/>
            </a:schemeClr>
          </a:solidFill>
          <a:scene3d>
            <a:camera prst="orthographicFront"/>
            <a:lightRig rig="flat" dir="t"/>
          </a:scene3d>
        </p:grpSpPr>
        <p:sp>
          <p:nvSpPr>
            <p:cNvPr id="3220" name="矩形: 圆角 3219">
              <a:extLst>
                <a:ext uri="{FF2B5EF4-FFF2-40B4-BE49-F238E27FC236}">
                  <a16:creationId xmlns:a16="http://schemas.microsoft.com/office/drawing/2014/main" id="{E57AA379-FA1B-EE80-D9DE-1D6AC6822D02}"/>
                </a:ext>
              </a:extLst>
            </p:cNvPr>
            <p:cNvSpPr/>
            <p:nvPr/>
          </p:nvSpPr>
          <p:spPr>
            <a:xfrm>
              <a:off x="5656" y="1057525"/>
              <a:ext cx="1753643" cy="2113647"/>
            </a:xfrm>
            <a:prstGeom prst="roundRect">
              <a:avLst>
                <a:gd name="adj" fmla="val 10000"/>
              </a:avLst>
            </a:prstGeom>
            <a:grpFill/>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3221" name="矩形: 圆角 4">
              <a:extLst>
                <a:ext uri="{FF2B5EF4-FFF2-40B4-BE49-F238E27FC236}">
                  <a16:creationId xmlns:a16="http://schemas.microsoft.com/office/drawing/2014/main" id="{975CE25B-52C1-5DD8-E44F-0644FBF93D1A}"/>
                </a:ext>
              </a:extLst>
            </p:cNvPr>
            <p:cNvSpPr txBox="1"/>
            <p:nvPr/>
          </p:nvSpPr>
          <p:spPr>
            <a:xfrm>
              <a:off x="57017" y="1035635"/>
              <a:ext cx="1650919" cy="2010923"/>
            </a:xfrm>
            <a:prstGeom prst="rect">
              <a:avLst/>
            </a:prstGeom>
            <a:grpFill/>
            <a:sp3d/>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t>Input</a:t>
              </a:r>
            </a:p>
            <a:p>
              <a:pPr marL="0" lvl="0" indent="0" algn="ctr" defTabSz="711200">
                <a:lnSpc>
                  <a:spcPct val="90000"/>
                </a:lnSpc>
                <a:spcBef>
                  <a:spcPct val="0"/>
                </a:spcBef>
                <a:spcAft>
                  <a:spcPct val="35000"/>
                </a:spcAft>
                <a:buNone/>
              </a:pPr>
              <a:r>
                <a:rPr lang="en-US" altLang="zh-CN" sz="1600" b="1" kern="1200" dirty="0"/>
                <a:t>Image</a:t>
              </a:r>
              <a:endParaRPr lang="zh-CN" altLang="en-US" sz="1600" b="1" kern="1200" dirty="0"/>
            </a:p>
          </p:txBody>
        </p:sp>
      </p:grpSp>
      <p:grpSp>
        <p:nvGrpSpPr>
          <p:cNvPr id="51" name="组合 50">
            <a:extLst>
              <a:ext uri="{FF2B5EF4-FFF2-40B4-BE49-F238E27FC236}">
                <a16:creationId xmlns:a16="http://schemas.microsoft.com/office/drawing/2014/main" id="{7465B981-9544-7EB3-7841-BE50F9639CBC}"/>
              </a:ext>
            </a:extLst>
          </p:cNvPr>
          <p:cNvGrpSpPr/>
          <p:nvPr/>
        </p:nvGrpSpPr>
        <p:grpSpPr>
          <a:xfrm rot="16200000">
            <a:off x="6623698" y="4572703"/>
            <a:ext cx="1248192" cy="375252"/>
            <a:chOff x="1934664" y="1896898"/>
            <a:chExt cx="300109" cy="434903"/>
          </a:xfrm>
        </p:grpSpPr>
        <p:sp>
          <p:nvSpPr>
            <p:cNvPr id="52" name="箭头: 右 51">
              <a:extLst>
                <a:ext uri="{FF2B5EF4-FFF2-40B4-BE49-F238E27FC236}">
                  <a16:creationId xmlns:a16="http://schemas.microsoft.com/office/drawing/2014/main" id="{4BA8078B-E449-B37E-FBC5-B28FBFA898B6}"/>
                </a:ext>
              </a:extLst>
            </p:cNvPr>
            <p:cNvSpPr/>
            <p:nvPr/>
          </p:nvSpPr>
          <p:spPr>
            <a:xfrm>
              <a:off x="1934664" y="1896898"/>
              <a:ext cx="300109" cy="434903"/>
            </a:xfrm>
            <a:prstGeom prst="rightArrow">
              <a:avLst>
                <a:gd name="adj1" fmla="val 60000"/>
                <a:gd name="adj2" fmla="val 50000"/>
              </a:avLst>
            </a:prstGeom>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zh-CN" altLang="en-US"/>
            </a:p>
          </p:txBody>
        </p:sp>
        <p:sp>
          <p:nvSpPr>
            <p:cNvPr id="53" name="箭头: 右 4">
              <a:extLst>
                <a:ext uri="{FF2B5EF4-FFF2-40B4-BE49-F238E27FC236}">
                  <a16:creationId xmlns:a16="http://schemas.microsoft.com/office/drawing/2014/main" id="{35CCB137-A525-BF18-433F-CC6FE89B1462}"/>
                </a:ext>
              </a:extLst>
            </p:cNvPr>
            <p:cNvSpPr txBox="1"/>
            <p:nvPr/>
          </p:nvSpPr>
          <p:spPr>
            <a:xfrm>
              <a:off x="1934664" y="1983878"/>
              <a:ext cx="260240" cy="260941"/>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p:txBody>
        </p:sp>
      </p:grpSp>
      <p:sp>
        <p:nvSpPr>
          <p:cNvPr id="3223" name="文本框 3222">
            <a:extLst>
              <a:ext uri="{FF2B5EF4-FFF2-40B4-BE49-F238E27FC236}">
                <a16:creationId xmlns:a16="http://schemas.microsoft.com/office/drawing/2014/main" id="{28E3842D-C91F-C35F-C0C0-5D1BDE2B863D}"/>
              </a:ext>
            </a:extLst>
          </p:cNvPr>
          <p:cNvSpPr txBox="1"/>
          <p:nvPr/>
        </p:nvSpPr>
        <p:spPr>
          <a:xfrm>
            <a:off x="1225118" y="1502433"/>
            <a:ext cx="11532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Module 1</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3224" name="文本框 3223">
            <a:extLst>
              <a:ext uri="{FF2B5EF4-FFF2-40B4-BE49-F238E27FC236}">
                <a16:creationId xmlns:a16="http://schemas.microsoft.com/office/drawing/2014/main" id="{6F7BF624-5291-8993-9EB9-EFFE53EDB679}"/>
              </a:ext>
            </a:extLst>
          </p:cNvPr>
          <p:cNvSpPr txBox="1"/>
          <p:nvPr/>
        </p:nvSpPr>
        <p:spPr>
          <a:xfrm>
            <a:off x="2871191" y="1497141"/>
            <a:ext cx="11532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Module 2</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3225" name="文本框 3224">
            <a:extLst>
              <a:ext uri="{FF2B5EF4-FFF2-40B4-BE49-F238E27FC236}">
                <a16:creationId xmlns:a16="http://schemas.microsoft.com/office/drawing/2014/main" id="{7184F33B-DB85-B89B-761D-8D1E481FA9BC}"/>
              </a:ext>
            </a:extLst>
          </p:cNvPr>
          <p:cNvSpPr txBox="1"/>
          <p:nvPr/>
        </p:nvSpPr>
        <p:spPr>
          <a:xfrm>
            <a:off x="4534218" y="1494006"/>
            <a:ext cx="11532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Module 3</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3226" name="文本框 3225">
            <a:extLst>
              <a:ext uri="{FF2B5EF4-FFF2-40B4-BE49-F238E27FC236}">
                <a16:creationId xmlns:a16="http://schemas.microsoft.com/office/drawing/2014/main" id="{6B61FFBB-74FF-3235-1C57-9F9C9BABA8B3}"/>
              </a:ext>
            </a:extLst>
          </p:cNvPr>
          <p:cNvSpPr txBox="1"/>
          <p:nvPr/>
        </p:nvSpPr>
        <p:spPr>
          <a:xfrm>
            <a:off x="9917978" y="1502433"/>
            <a:ext cx="115329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000000"/>
                </a:solidFill>
                <a:effectLst/>
                <a:uFillTx/>
                <a:latin typeface="Arial"/>
                <a:ea typeface="Arial"/>
                <a:cs typeface="Arial"/>
                <a:sym typeface="Arial"/>
              </a:rPr>
              <a:t>Classifier</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5" name="Tijdelijke aanduiding voor datum 3">
            <a:extLst>
              <a:ext uri="{FF2B5EF4-FFF2-40B4-BE49-F238E27FC236}">
                <a16:creationId xmlns:a16="http://schemas.microsoft.com/office/drawing/2014/main" id="{9E300BA0-62A8-8F1A-9279-262A6EF0EB41}"/>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3454289473"/>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359FD8-DF5E-2275-FCEC-2F2BCC8DF4F2}"/>
              </a:ext>
            </a:extLst>
          </p:cNvPr>
          <p:cNvSpPr>
            <a:spLocks noGrp="1"/>
          </p:cNvSpPr>
          <p:nvPr>
            <p:ph type="title"/>
          </p:nvPr>
        </p:nvSpPr>
        <p:spPr/>
        <p:txBody>
          <a:bodyPr/>
          <a:lstStyle/>
          <a:p>
            <a:r>
              <a:rPr lang="en-US" altLang="zh-CN" dirty="0"/>
              <a:t>Squeeze-and-Excitation (SE) Module</a:t>
            </a:r>
            <a:endParaRPr lang="zh-CN" altLang="en-US" dirty="0"/>
          </a:p>
        </p:txBody>
      </p:sp>
      <p:pic>
        <p:nvPicPr>
          <p:cNvPr id="4" name="图片 3">
            <a:extLst>
              <a:ext uri="{FF2B5EF4-FFF2-40B4-BE49-F238E27FC236}">
                <a16:creationId xmlns:a16="http://schemas.microsoft.com/office/drawing/2014/main" id="{9D646DCD-6647-DFC9-9FA9-483A92FDC0C7}"/>
              </a:ext>
            </a:extLst>
          </p:cNvPr>
          <p:cNvPicPr>
            <a:picLocks noChangeAspect="1"/>
          </p:cNvPicPr>
          <p:nvPr/>
        </p:nvPicPr>
        <p:blipFill>
          <a:blip r:embed="rId3"/>
          <a:stretch>
            <a:fillRect/>
          </a:stretch>
        </p:blipFill>
        <p:spPr>
          <a:xfrm>
            <a:off x="698500" y="2095801"/>
            <a:ext cx="10629900" cy="3476625"/>
          </a:xfrm>
          <a:prstGeom prst="rect">
            <a:avLst/>
          </a:prstGeom>
        </p:spPr>
      </p:pic>
      <p:sp>
        <p:nvSpPr>
          <p:cNvPr id="5" name="Rectangle 1029">
            <a:extLst>
              <a:ext uri="{FF2B5EF4-FFF2-40B4-BE49-F238E27FC236}">
                <a16:creationId xmlns:a16="http://schemas.microsoft.com/office/drawing/2014/main" id="{B41BB8D4-792E-C629-D1E1-F6ED2B0A3944}"/>
              </a:ext>
            </a:extLst>
          </p:cNvPr>
          <p:cNvSpPr txBox="1">
            <a:spLocks noChangeArrowheads="1"/>
          </p:cNvSpPr>
          <p:nvPr/>
        </p:nvSpPr>
        <p:spPr bwMode="auto">
          <a:xfrm>
            <a:off x="808775" y="1457908"/>
            <a:ext cx="9330647" cy="63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r>
              <a:rPr lang="en-US" altLang="zh-CN" sz="2400" dirty="0"/>
              <a:t>Squeeze the pixels in each channel with global average pooling</a:t>
            </a:r>
          </a:p>
          <a:p>
            <a:r>
              <a:rPr lang="en-US" sz="2400" kern="0" dirty="0"/>
              <a:t>Learn the weights of each channel map and apply to the input</a:t>
            </a:r>
            <a:endParaRPr lang="en-US" kern="0" dirty="0"/>
          </a:p>
          <a:p>
            <a:endParaRPr lang="en-US" altLang="zh-CN" sz="2400" kern="0" dirty="0"/>
          </a:p>
          <a:p>
            <a:pPr>
              <a:buFontTx/>
              <a:buNone/>
            </a:pPr>
            <a:endParaRPr lang="en-US" kern="0" dirty="0"/>
          </a:p>
          <a:p>
            <a:pPr lvl="1"/>
            <a:endParaRPr lang="en-US" kern="0" dirty="0"/>
          </a:p>
        </p:txBody>
      </p:sp>
      <p:sp>
        <p:nvSpPr>
          <p:cNvPr id="3" name="Tijdelijke aanduiding voor datum 3">
            <a:extLst>
              <a:ext uri="{FF2B5EF4-FFF2-40B4-BE49-F238E27FC236}">
                <a16:creationId xmlns:a16="http://schemas.microsoft.com/office/drawing/2014/main" id="{C5567965-5F43-47A6-5E42-12CD746AA9AC}"/>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262299108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CNN: Hyperparameter tuning</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2" name="Rectangle 1029">
            <a:extLst>
              <a:ext uri="{FF2B5EF4-FFF2-40B4-BE49-F238E27FC236}">
                <a16:creationId xmlns:a16="http://schemas.microsoft.com/office/drawing/2014/main" id="{9BBB3D1C-B37B-F496-F69B-6D0A222331D1}"/>
              </a:ext>
            </a:extLst>
          </p:cNvPr>
          <p:cNvSpPr txBox="1">
            <a:spLocks noChangeArrowheads="1"/>
          </p:cNvSpPr>
          <p:nvPr/>
        </p:nvSpPr>
        <p:spPr bwMode="auto">
          <a:xfrm>
            <a:off x="808776" y="1654537"/>
            <a:ext cx="864096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r>
              <a:rPr lang="en-US" altLang="zh-CN" sz="2400" dirty="0"/>
              <a:t>4-fold cross validation</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pic>
        <p:nvPicPr>
          <p:cNvPr id="4" name="图片 3">
            <a:extLst>
              <a:ext uri="{FF2B5EF4-FFF2-40B4-BE49-F238E27FC236}">
                <a16:creationId xmlns:a16="http://schemas.microsoft.com/office/drawing/2014/main" id="{3603A3E8-D181-73A1-68F0-2B02FBBFE8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108" y="2156784"/>
            <a:ext cx="9917784" cy="3664839"/>
          </a:xfrm>
          <a:prstGeom prst="rect">
            <a:avLst/>
          </a:prstGeom>
        </p:spPr>
      </p:pic>
      <p:sp>
        <p:nvSpPr>
          <p:cNvPr id="3" name="Tijdelijke aanduiding voor datum 3">
            <a:extLst>
              <a:ext uri="{FF2B5EF4-FFF2-40B4-BE49-F238E27FC236}">
                <a16:creationId xmlns:a16="http://schemas.microsoft.com/office/drawing/2014/main" id="{2B2CA201-C790-81BF-A1C2-0924FD33C7F6}"/>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1811982230"/>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CNN: model training</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2" name="Rectangle 1029">
            <a:extLst>
              <a:ext uri="{FF2B5EF4-FFF2-40B4-BE49-F238E27FC236}">
                <a16:creationId xmlns:a16="http://schemas.microsoft.com/office/drawing/2014/main" id="{256D3135-667D-E005-9275-E148910FD6B0}"/>
              </a:ext>
            </a:extLst>
          </p:cNvPr>
          <p:cNvSpPr txBox="1">
            <a:spLocks noChangeArrowheads="1"/>
          </p:cNvSpPr>
          <p:nvPr/>
        </p:nvSpPr>
        <p:spPr bwMode="auto">
          <a:xfrm>
            <a:off x="808776" y="1654537"/>
            <a:ext cx="864096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r>
              <a:rPr lang="en-US" altLang="zh-CN" sz="2400" dirty="0"/>
              <a:t>Loss function: Focal Loss (gamma = 2)</a:t>
            </a:r>
          </a:p>
          <a:p>
            <a:pPr lvl="1"/>
            <a:endParaRPr lang="en-US" altLang="zh-CN" sz="2200" dirty="0"/>
          </a:p>
          <a:p>
            <a:pPr lvl="1"/>
            <a:endParaRPr lang="en-US" altLang="zh-CN" sz="2200" dirty="0"/>
          </a:p>
          <a:p>
            <a:pPr marL="0" indent="0">
              <a:buNone/>
            </a:pPr>
            <a:endParaRPr lang="en-US" altLang="zh-CN" sz="2400" dirty="0"/>
          </a:p>
          <a:p>
            <a:pPr lvl="1"/>
            <a:endParaRPr lang="en-US" altLang="zh-CN" sz="2200" dirty="0"/>
          </a:p>
          <a:p>
            <a:pPr lvl="1"/>
            <a:r>
              <a:rPr lang="en-US" altLang="zh-CN" sz="2200" dirty="0"/>
              <a:t>Emphasize the importance of confusable samples</a:t>
            </a:r>
          </a:p>
          <a:p>
            <a:pPr marL="0" indent="0">
              <a:buNone/>
            </a:pPr>
            <a:endParaRPr lang="en-US" sz="2400" dirty="0"/>
          </a:p>
          <a:p>
            <a:r>
              <a:rPr lang="en-US" sz="2400" dirty="0"/>
              <a:t>Optimizer: Adam, learning rate = 0.0001</a:t>
            </a:r>
          </a:p>
          <a:p>
            <a:endParaRPr lang="en-US" sz="2400" kern="0" dirty="0"/>
          </a:p>
          <a:p>
            <a:r>
              <a:rPr lang="en-US" sz="2400" dirty="0"/>
              <a:t>Batch size: 32</a:t>
            </a:r>
          </a:p>
          <a:p>
            <a:endParaRPr lang="en-US" sz="2400" kern="0" dirty="0"/>
          </a:p>
          <a:p>
            <a:r>
              <a:rPr lang="en-US" sz="2400" dirty="0"/>
              <a:t>Number of epochs: 30</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pic>
        <p:nvPicPr>
          <p:cNvPr id="4" name="图片 3">
            <a:extLst>
              <a:ext uri="{FF2B5EF4-FFF2-40B4-BE49-F238E27FC236}">
                <a16:creationId xmlns:a16="http://schemas.microsoft.com/office/drawing/2014/main" id="{B2A48A91-1A28-45BC-6883-502DC17AD650}"/>
              </a:ext>
            </a:extLst>
          </p:cNvPr>
          <p:cNvPicPr>
            <a:picLocks noChangeAspect="1"/>
          </p:cNvPicPr>
          <p:nvPr/>
        </p:nvPicPr>
        <p:blipFill>
          <a:blip r:embed="rId3"/>
          <a:stretch>
            <a:fillRect/>
          </a:stretch>
        </p:blipFill>
        <p:spPr>
          <a:xfrm>
            <a:off x="1183920" y="2127957"/>
            <a:ext cx="5338057" cy="810551"/>
          </a:xfrm>
          <a:prstGeom prst="rect">
            <a:avLst/>
          </a:prstGeom>
        </p:spPr>
      </p:pic>
      <p:sp>
        <p:nvSpPr>
          <p:cNvPr id="5" name="矩形 4">
            <a:extLst>
              <a:ext uri="{FF2B5EF4-FFF2-40B4-BE49-F238E27FC236}">
                <a16:creationId xmlns:a16="http://schemas.microsoft.com/office/drawing/2014/main" id="{0F0A0E39-C4C6-B7F0-018C-4CA31E8C5999}"/>
              </a:ext>
            </a:extLst>
          </p:cNvPr>
          <p:cNvSpPr/>
          <p:nvPr/>
        </p:nvSpPr>
        <p:spPr>
          <a:xfrm>
            <a:off x="3656542" y="2209197"/>
            <a:ext cx="1452668" cy="648070"/>
          </a:xfrm>
          <a:prstGeom prst="rect">
            <a:avLst/>
          </a:prstGeom>
          <a:noFill/>
          <a:ln w="127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3" name="Tijdelijke aanduiding voor datum 3">
            <a:extLst>
              <a:ext uri="{FF2B5EF4-FFF2-40B4-BE49-F238E27FC236}">
                <a16:creationId xmlns:a16="http://schemas.microsoft.com/office/drawing/2014/main" id="{1B3D6BDC-4CC1-691A-A5E0-2477E47588B1}"/>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2508931693"/>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Results: CNN</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graphicFrame>
        <p:nvGraphicFramePr>
          <p:cNvPr id="5" name="表格 4">
            <a:extLst>
              <a:ext uri="{FF2B5EF4-FFF2-40B4-BE49-F238E27FC236}">
                <a16:creationId xmlns:a16="http://schemas.microsoft.com/office/drawing/2014/main" id="{2EABD383-9A83-0AE7-644F-BED9D220BBF5}"/>
              </a:ext>
            </a:extLst>
          </p:cNvPr>
          <p:cNvGraphicFramePr>
            <a:graphicFrameLocks noGrp="1"/>
          </p:cNvGraphicFramePr>
          <p:nvPr/>
        </p:nvGraphicFramePr>
        <p:xfrm>
          <a:off x="1005963" y="1938081"/>
          <a:ext cx="10180074" cy="2286000"/>
        </p:xfrm>
        <a:graphic>
          <a:graphicData uri="http://schemas.openxmlformats.org/drawingml/2006/table">
            <a:tbl>
              <a:tblPr firstRow="1" bandRow="1">
                <a:tableStyleId>{5940675A-B579-460E-94D1-54222C63F5DA}</a:tableStyleId>
              </a:tblPr>
              <a:tblGrid>
                <a:gridCol w="3393358">
                  <a:extLst>
                    <a:ext uri="{9D8B030D-6E8A-4147-A177-3AD203B41FA5}">
                      <a16:colId xmlns:a16="http://schemas.microsoft.com/office/drawing/2014/main" val="2476935365"/>
                    </a:ext>
                  </a:extLst>
                </a:gridCol>
                <a:gridCol w="3393358">
                  <a:extLst>
                    <a:ext uri="{9D8B030D-6E8A-4147-A177-3AD203B41FA5}">
                      <a16:colId xmlns:a16="http://schemas.microsoft.com/office/drawing/2014/main" val="734085993"/>
                    </a:ext>
                  </a:extLst>
                </a:gridCol>
                <a:gridCol w="3393358">
                  <a:extLst>
                    <a:ext uri="{9D8B030D-6E8A-4147-A177-3AD203B41FA5}">
                      <a16:colId xmlns:a16="http://schemas.microsoft.com/office/drawing/2014/main" val="4135827607"/>
                    </a:ext>
                  </a:extLst>
                </a:gridCol>
              </a:tblGrid>
              <a:tr h="370840">
                <a:tc>
                  <a:txBody>
                    <a:bodyPr/>
                    <a:lstStyle/>
                    <a:p>
                      <a:pPr algn="ctr"/>
                      <a:r>
                        <a:rPr lang="en-US" altLang="zh-CN" sz="2400" b="1" dirty="0"/>
                        <a:t>Input data format</a:t>
                      </a:r>
                      <a:endParaRPr lang="zh-CN" altLang="en-US" sz="2400" b="1" dirty="0"/>
                    </a:p>
                  </a:txBody>
                  <a:tcPr/>
                </a:tc>
                <a:tc>
                  <a:txBody>
                    <a:bodyPr/>
                    <a:lstStyle/>
                    <a:p>
                      <a:pPr algn="ctr"/>
                      <a:r>
                        <a:rPr lang="en-US" altLang="zh-CN" sz="2400" b="1" dirty="0"/>
                        <a:t>Model type</a:t>
                      </a:r>
                      <a:endParaRPr lang="zh-CN" altLang="en-US" sz="2400" b="1" dirty="0"/>
                    </a:p>
                  </a:txBody>
                  <a:tcPr/>
                </a:tc>
                <a:tc>
                  <a:txBody>
                    <a:bodyPr/>
                    <a:lstStyle/>
                    <a:p>
                      <a:pPr algn="ctr"/>
                      <a:r>
                        <a:rPr lang="en-US" altLang="zh-CN" sz="2400" b="1" dirty="0"/>
                        <a:t>Accuracy on test set</a:t>
                      </a:r>
                      <a:endParaRPr lang="zh-CN" altLang="en-US" sz="2400" b="1" dirty="0"/>
                    </a:p>
                  </a:txBody>
                  <a:tcPr/>
                </a:tc>
                <a:extLst>
                  <a:ext uri="{0D108BD9-81ED-4DB2-BD59-A6C34878D82A}">
                    <a16:rowId xmlns:a16="http://schemas.microsoft.com/office/drawing/2014/main" val="4095857860"/>
                  </a:ext>
                </a:extLst>
              </a:tr>
              <a:tr h="370840">
                <a:tc>
                  <a:txBody>
                    <a:bodyPr/>
                    <a:lstStyle/>
                    <a:p>
                      <a:pPr algn="ctr"/>
                      <a:r>
                        <a:rPr lang="en-US" altLang="zh-CN" sz="2400" dirty="0"/>
                        <a:t>Spectrogram</a:t>
                      </a:r>
                      <a:endParaRPr lang="zh-CN" altLang="en-US" sz="2400" dirty="0"/>
                    </a:p>
                  </a:txBody>
                  <a:tcPr/>
                </a:tc>
                <a:tc>
                  <a:txBody>
                    <a:bodyPr/>
                    <a:lstStyle/>
                    <a:p>
                      <a:pPr algn="ctr"/>
                      <a:r>
                        <a:rPr lang="en-US" altLang="zh-CN" sz="2400" dirty="0" err="1"/>
                        <a:t>ConvNet</a:t>
                      </a:r>
                      <a:endParaRPr lang="zh-CN" altLang="en-US" sz="2400" dirty="0"/>
                    </a:p>
                  </a:txBody>
                  <a:tcPr/>
                </a:tc>
                <a:tc>
                  <a:txBody>
                    <a:bodyPr/>
                    <a:lstStyle/>
                    <a:p>
                      <a:pPr algn="ctr"/>
                      <a:r>
                        <a:rPr lang="en-US" altLang="zh-CN" sz="2400" dirty="0"/>
                        <a:t>88.04%</a:t>
                      </a:r>
                      <a:endParaRPr lang="zh-CN" altLang="en-US" sz="2400" dirty="0"/>
                    </a:p>
                  </a:txBody>
                  <a:tcPr/>
                </a:tc>
                <a:extLst>
                  <a:ext uri="{0D108BD9-81ED-4DB2-BD59-A6C34878D82A}">
                    <a16:rowId xmlns:a16="http://schemas.microsoft.com/office/drawing/2014/main" val="340936086"/>
                  </a:ext>
                </a:extLst>
              </a:tr>
              <a:tr h="370840">
                <a:tc>
                  <a:txBody>
                    <a:bodyPr/>
                    <a:lstStyle/>
                    <a:p>
                      <a:pPr algn="ctr"/>
                      <a:r>
                        <a:rPr lang="en-US" altLang="zh-CN" sz="2400" dirty="0"/>
                        <a:t>Spectrogram</a:t>
                      </a:r>
                      <a:endParaRPr lang="zh-CN" altLang="en-US" sz="2400" dirty="0"/>
                    </a:p>
                  </a:txBody>
                  <a:tcPr/>
                </a:tc>
                <a:tc>
                  <a:txBody>
                    <a:bodyPr/>
                    <a:lstStyle/>
                    <a:p>
                      <a:pPr algn="ctr"/>
                      <a:r>
                        <a:rPr lang="en-US" altLang="zh-CN" sz="2400" dirty="0" err="1"/>
                        <a:t>ConvSE</a:t>
                      </a:r>
                      <a:endParaRPr lang="zh-CN" altLang="en-US" sz="2400" dirty="0"/>
                    </a:p>
                  </a:txBody>
                  <a:tcPr/>
                </a:tc>
                <a:tc>
                  <a:txBody>
                    <a:bodyPr/>
                    <a:lstStyle/>
                    <a:p>
                      <a:pPr algn="ctr"/>
                      <a:r>
                        <a:rPr lang="en-US" altLang="zh-CN" sz="2400" dirty="0"/>
                        <a:t>93.56%</a:t>
                      </a:r>
                      <a:endParaRPr lang="zh-CN" altLang="en-US" sz="2400" dirty="0"/>
                    </a:p>
                  </a:txBody>
                  <a:tcPr/>
                </a:tc>
                <a:extLst>
                  <a:ext uri="{0D108BD9-81ED-4DB2-BD59-A6C34878D82A}">
                    <a16:rowId xmlns:a16="http://schemas.microsoft.com/office/drawing/2014/main" val="3283479227"/>
                  </a:ext>
                </a:extLst>
              </a:tr>
              <a:tr h="370840">
                <a:tc>
                  <a:txBody>
                    <a:bodyPr/>
                    <a:lstStyle/>
                    <a:p>
                      <a:pPr algn="ctr"/>
                      <a:r>
                        <a:rPr lang="en-US" altLang="zh-CN" sz="2400" dirty="0"/>
                        <a:t>Masked spectrogram</a:t>
                      </a:r>
                      <a:endParaRPr lang="zh-CN" altLang="en-US" sz="2400" dirty="0"/>
                    </a:p>
                  </a:txBody>
                  <a:tcPr/>
                </a:tc>
                <a:tc>
                  <a:txBody>
                    <a:bodyPr/>
                    <a:lstStyle/>
                    <a:p>
                      <a:pPr algn="ctr"/>
                      <a:r>
                        <a:rPr lang="en-US" altLang="zh-CN" sz="2400" dirty="0" err="1"/>
                        <a:t>ConvNet</a:t>
                      </a:r>
                      <a:endParaRPr lang="zh-CN" altLang="en-US" sz="2400" dirty="0"/>
                    </a:p>
                  </a:txBody>
                  <a:tcPr/>
                </a:tc>
                <a:tc>
                  <a:txBody>
                    <a:bodyPr/>
                    <a:lstStyle/>
                    <a:p>
                      <a:pPr algn="ctr"/>
                      <a:r>
                        <a:rPr lang="en-US" altLang="zh-CN" sz="2400" dirty="0"/>
                        <a:t>90.80%</a:t>
                      </a:r>
                      <a:endParaRPr lang="zh-CN" altLang="en-US" sz="2400" dirty="0"/>
                    </a:p>
                  </a:txBody>
                  <a:tcPr/>
                </a:tc>
                <a:extLst>
                  <a:ext uri="{0D108BD9-81ED-4DB2-BD59-A6C34878D82A}">
                    <a16:rowId xmlns:a16="http://schemas.microsoft.com/office/drawing/2014/main" val="3580874284"/>
                  </a:ext>
                </a:extLst>
              </a:tr>
              <a:tr h="370840">
                <a:tc>
                  <a:txBody>
                    <a:bodyPr/>
                    <a:lstStyle/>
                    <a:p>
                      <a:pPr algn="ctr"/>
                      <a:r>
                        <a:rPr lang="en-US" altLang="zh-CN" sz="2400" dirty="0"/>
                        <a:t>Masked spectrogram</a:t>
                      </a:r>
                      <a:endParaRPr lang="zh-CN" altLang="en-US" sz="2400" dirty="0"/>
                    </a:p>
                  </a:txBody>
                  <a:tcPr/>
                </a:tc>
                <a:tc>
                  <a:txBody>
                    <a:bodyPr/>
                    <a:lstStyle/>
                    <a:p>
                      <a:pPr algn="ctr"/>
                      <a:r>
                        <a:rPr lang="en-US" altLang="zh-CN" sz="2400" dirty="0" err="1"/>
                        <a:t>ConvSE</a:t>
                      </a:r>
                      <a:endParaRPr lang="zh-CN" altLang="en-US" sz="2400" dirty="0"/>
                    </a:p>
                  </a:txBody>
                  <a:tcPr/>
                </a:tc>
                <a:tc>
                  <a:txBody>
                    <a:bodyPr/>
                    <a:lstStyle/>
                    <a:p>
                      <a:pPr algn="ctr"/>
                      <a:r>
                        <a:rPr lang="en-US" altLang="zh-CN" sz="2400" dirty="0"/>
                        <a:t>92.02%</a:t>
                      </a:r>
                      <a:endParaRPr lang="zh-CN" altLang="en-US" sz="2400" dirty="0"/>
                    </a:p>
                  </a:txBody>
                  <a:tcPr/>
                </a:tc>
                <a:extLst>
                  <a:ext uri="{0D108BD9-81ED-4DB2-BD59-A6C34878D82A}">
                    <a16:rowId xmlns:a16="http://schemas.microsoft.com/office/drawing/2014/main" val="3378629521"/>
                  </a:ext>
                </a:extLst>
              </a:tr>
            </a:tbl>
          </a:graphicData>
        </a:graphic>
      </p:graphicFrame>
      <p:sp>
        <p:nvSpPr>
          <p:cNvPr id="2" name="Tijdelijke aanduiding voor datum 3">
            <a:extLst>
              <a:ext uri="{FF2B5EF4-FFF2-40B4-BE49-F238E27FC236}">
                <a16:creationId xmlns:a16="http://schemas.microsoft.com/office/drawing/2014/main" id="{1B3CE2DA-99D1-21DC-44A2-25A7B385277E}"/>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3479822517"/>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77001" y="339952"/>
            <a:ext cx="10795000" cy="490401"/>
          </a:xfrm>
          <a:prstGeom prst="rect">
            <a:avLst/>
          </a:prstGeom>
        </p:spPr>
        <p:txBody>
          <a:bodyPr/>
          <a:lstStyle>
            <a:lvl1pPr defTabSz="850391">
              <a:tabLst>
                <a:tab pos="1155700" algn="l"/>
              </a:tabLst>
              <a:defRPr sz="2976"/>
            </a:lvl1pPr>
          </a:lstStyle>
          <a:p>
            <a:r>
              <a:rPr lang="en-US" dirty="0"/>
              <a:t>Results: Spectrogram + CNN</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pic>
        <p:nvPicPr>
          <p:cNvPr id="3" name="图片 2">
            <a:extLst>
              <a:ext uri="{FF2B5EF4-FFF2-40B4-BE49-F238E27FC236}">
                <a16:creationId xmlns:a16="http://schemas.microsoft.com/office/drawing/2014/main" id="{1F94201C-4002-FCB3-C12B-CDEB905F3B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5639" y="1325628"/>
            <a:ext cx="4553721" cy="4160528"/>
          </a:xfrm>
          <a:prstGeom prst="rect">
            <a:avLst/>
          </a:prstGeom>
        </p:spPr>
      </p:pic>
      <p:pic>
        <p:nvPicPr>
          <p:cNvPr id="5" name="图片 4">
            <a:extLst>
              <a:ext uri="{FF2B5EF4-FFF2-40B4-BE49-F238E27FC236}">
                <a16:creationId xmlns:a16="http://schemas.microsoft.com/office/drawing/2014/main" id="{E2C44105-1391-18D5-C018-40837C0DD0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4583" y="1325628"/>
            <a:ext cx="4553721" cy="4160528"/>
          </a:xfrm>
          <a:prstGeom prst="rect">
            <a:avLst/>
          </a:prstGeom>
        </p:spPr>
      </p:pic>
      <p:sp>
        <p:nvSpPr>
          <p:cNvPr id="6" name="Rectangle 1029">
            <a:extLst>
              <a:ext uri="{FF2B5EF4-FFF2-40B4-BE49-F238E27FC236}">
                <a16:creationId xmlns:a16="http://schemas.microsoft.com/office/drawing/2014/main" id="{877DDD58-2390-AD13-9375-A70FFFFCEB51}"/>
              </a:ext>
            </a:extLst>
          </p:cNvPr>
          <p:cNvSpPr txBox="1">
            <a:spLocks noChangeArrowheads="1"/>
          </p:cNvSpPr>
          <p:nvPr/>
        </p:nvSpPr>
        <p:spPr bwMode="auto">
          <a:xfrm>
            <a:off x="4657846" y="5510647"/>
            <a:ext cx="4163597" cy="799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pPr marL="0" indent="0">
              <a:buNone/>
            </a:pPr>
            <a:r>
              <a:rPr lang="en-US" sz="2400" kern="0" dirty="0"/>
              <a:t>4: Picking up an object</a:t>
            </a:r>
          </a:p>
          <a:p>
            <a:pPr marL="0" indent="0">
              <a:buNone/>
            </a:pPr>
            <a:r>
              <a:rPr lang="en-US" sz="2400" dirty="0"/>
              <a:t>5: Drinking water</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sp>
        <p:nvSpPr>
          <p:cNvPr id="7" name="Rectangle 1029">
            <a:extLst>
              <a:ext uri="{FF2B5EF4-FFF2-40B4-BE49-F238E27FC236}">
                <a16:creationId xmlns:a16="http://schemas.microsoft.com/office/drawing/2014/main" id="{76487360-5C14-E022-E5DD-961431B09642}"/>
              </a:ext>
            </a:extLst>
          </p:cNvPr>
          <p:cNvSpPr txBox="1">
            <a:spLocks noChangeArrowheads="1"/>
          </p:cNvSpPr>
          <p:nvPr/>
        </p:nvSpPr>
        <p:spPr bwMode="auto">
          <a:xfrm>
            <a:off x="7059219" y="947849"/>
            <a:ext cx="3808534" cy="27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pPr marL="0" indent="0">
              <a:buNone/>
            </a:pPr>
            <a:r>
              <a:rPr lang="en-US" sz="2400" kern="0" dirty="0"/>
              <a:t>Spectrogram + </a:t>
            </a:r>
            <a:r>
              <a:rPr lang="en-US" sz="2400" kern="0" dirty="0" err="1"/>
              <a:t>ConvSE</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sp>
        <p:nvSpPr>
          <p:cNvPr id="8" name="矩形 7">
            <a:extLst>
              <a:ext uri="{FF2B5EF4-FFF2-40B4-BE49-F238E27FC236}">
                <a16:creationId xmlns:a16="http://schemas.microsoft.com/office/drawing/2014/main" id="{0FDB7F3A-71C0-9721-FF6F-977A5203715E}"/>
              </a:ext>
            </a:extLst>
          </p:cNvPr>
          <p:cNvSpPr/>
          <p:nvPr/>
        </p:nvSpPr>
        <p:spPr>
          <a:xfrm>
            <a:off x="3417178" y="3875820"/>
            <a:ext cx="585655" cy="648070"/>
          </a:xfrm>
          <a:prstGeom prst="rect">
            <a:avLst/>
          </a:prstGeom>
          <a:noFill/>
          <a:ln w="508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9" name="矩形 8">
            <a:extLst>
              <a:ext uri="{FF2B5EF4-FFF2-40B4-BE49-F238E27FC236}">
                <a16:creationId xmlns:a16="http://schemas.microsoft.com/office/drawing/2014/main" id="{C4D11F8B-60AE-C50C-F4FD-DF969F19D59A}"/>
              </a:ext>
            </a:extLst>
          </p:cNvPr>
          <p:cNvSpPr/>
          <p:nvPr/>
        </p:nvSpPr>
        <p:spPr>
          <a:xfrm>
            <a:off x="8670658" y="3875820"/>
            <a:ext cx="585655" cy="648070"/>
          </a:xfrm>
          <a:prstGeom prst="rect">
            <a:avLst/>
          </a:prstGeom>
          <a:noFill/>
          <a:ln w="508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0" name="矩形 9">
            <a:extLst>
              <a:ext uri="{FF2B5EF4-FFF2-40B4-BE49-F238E27FC236}">
                <a16:creationId xmlns:a16="http://schemas.microsoft.com/office/drawing/2014/main" id="{4F4CB45A-1F4F-1922-B999-7F5CFBCCDD50}"/>
              </a:ext>
            </a:extLst>
          </p:cNvPr>
          <p:cNvSpPr/>
          <p:nvPr/>
        </p:nvSpPr>
        <p:spPr>
          <a:xfrm>
            <a:off x="9226452" y="3225606"/>
            <a:ext cx="585655" cy="648070"/>
          </a:xfrm>
          <a:prstGeom prst="rect">
            <a:avLst/>
          </a:prstGeom>
          <a:noFill/>
          <a:ln w="508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1" name="Rectangle 1029">
            <a:extLst>
              <a:ext uri="{FF2B5EF4-FFF2-40B4-BE49-F238E27FC236}">
                <a16:creationId xmlns:a16="http://schemas.microsoft.com/office/drawing/2014/main" id="{28E5D583-0C1D-613E-3255-C382A11DE8EB}"/>
              </a:ext>
            </a:extLst>
          </p:cNvPr>
          <p:cNvSpPr txBox="1">
            <a:spLocks noChangeArrowheads="1"/>
          </p:cNvSpPr>
          <p:nvPr/>
        </p:nvSpPr>
        <p:spPr bwMode="auto">
          <a:xfrm>
            <a:off x="1927920" y="944167"/>
            <a:ext cx="3808534" cy="27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pPr marL="0" indent="0">
              <a:buNone/>
            </a:pPr>
            <a:r>
              <a:rPr lang="en-US" sz="2400" kern="0" dirty="0"/>
              <a:t>Spectrogram + </a:t>
            </a:r>
            <a:r>
              <a:rPr lang="en-US" sz="2400" kern="0" dirty="0" err="1"/>
              <a:t>ConvNet</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sp>
        <p:nvSpPr>
          <p:cNvPr id="2" name="Tijdelijke aanduiding voor datum 3">
            <a:extLst>
              <a:ext uri="{FF2B5EF4-FFF2-40B4-BE49-F238E27FC236}">
                <a16:creationId xmlns:a16="http://schemas.microsoft.com/office/drawing/2014/main" id="{340C420C-9DCC-B5E9-1E4C-B2849DE4B141}"/>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1105168125"/>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77001" y="251098"/>
            <a:ext cx="10795000" cy="490401"/>
          </a:xfrm>
          <a:prstGeom prst="rect">
            <a:avLst/>
          </a:prstGeom>
        </p:spPr>
        <p:txBody>
          <a:bodyPr/>
          <a:lstStyle>
            <a:lvl1pPr defTabSz="850391">
              <a:tabLst>
                <a:tab pos="1155700" algn="l"/>
              </a:tabLst>
              <a:defRPr sz="2976"/>
            </a:lvl1pPr>
          </a:lstStyle>
          <a:p>
            <a:r>
              <a:rPr lang="en-US" dirty="0"/>
              <a:t>Results: Masked spectrogram + CNN</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20</a:t>
            </a:fld>
            <a:endParaRPr/>
          </a:p>
        </p:txBody>
      </p:sp>
      <p:sp>
        <p:nvSpPr>
          <p:cNvPr id="6" name="Rectangle 1029">
            <a:extLst>
              <a:ext uri="{FF2B5EF4-FFF2-40B4-BE49-F238E27FC236}">
                <a16:creationId xmlns:a16="http://schemas.microsoft.com/office/drawing/2014/main" id="{877DDD58-2390-AD13-9375-A70FFFFCEB51}"/>
              </a:ext>
            </a:extLst>
          </p:cNvPr>
          <p:cNvSpPr txBox="1">
            <a:spLocks noChangeArrowheads="1"/>
          </p:cNvSpPr>
          <p:nvPr/>
        </p:nvSpPr>
        <p:spPr bwMode="auto">
          <a:xfrm>
            <a:off x="1187085" y="924439"/>
            <a:ext cx="4660776" cy="27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pPr marL="0" indent="0">
              <a:buNone/>
            </a:pPr>
            <a:r>
              <a:rPr lang="en-US" sz="2400" kern="0" dirty="0"/>
              <a:t>Masked </a:t>
            </a:r>
            <a:r>
              <a:rPr lang="en-US" sz="2400" dirty="0"/>
              <a:t>s</a:t>
            </a:r>
            <a:r>
              <a:rPr lang="en-US" sz="2400" kern="0" dirty="0"/>
              <a:t>pectrogram + </a:t>
            </a:r>
            <a:r>
              <a:rPr lang="en-US" sz="2400" kern="0" dirty="0" err="1"/>
              <a:t>ConvNet</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sp>
        <p:nvSpPr>
          <p:cNvPr id="7" name="Rectangle 1029">
            <a:extLst>
              <a:ext uri="{FF2B5EF4-FFF2-40B4-BE49-F238E27FC236}">
                <a16:creationId xmlns:a16="http://schemas.microsoft.com/office/drawing/2014/main" id="{76487360-5C14-E022-E5DD-961431B09642}"/>
              </a:ext>
            </a:extLst>
          </p:cNvPr>
          <p:cNvSpPr txBox="1">
            <a:spLocks noChangeArrowheads="1"/>
          </p:cNvSpPr>
          <p:nvPr/>
        </p:nvSpPr>
        <p:spPr bwMode="auto">
          <a:xfrm>
            <a:off x="6626280" y="924439"/>
            <a:ext cx="4323170" cy="27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pPr marL="0" indent="0">
              <a:buNone/>
            </a:pPr>
            <a:r>
              <a:rPr lang="en-US" sz="2400" kern="0" dirty="0"/>
              <a:t>Masked </a:t>
            </a:r>
            <a:r>
              <a:rPr lang="en-US" sz="2400" dirty="0"/>
              <a:t>s</a:t>
            </a:r>
            <a:r>
              <a:rPr lang="en-US" sz="2400" kern="0" dirty="0"/>
              <a:t>pectrogram + </a:t>
            </a:r>
            <a:r>
              <a:rPr lang="en-US" sz="2400" kern="0" dirty="0" err="1"/>
              <a:t>ConvSE</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pic>
        <p:nvPicPr>
          <p:cNvPr id="4" name="图片 3">
            <a:extLst>
              <a:ext uri="{FF2B5EF4-FFF2-40B4-BE49-F238E27FC236}">
                <a16:creationId xmlns:a16="http://schemas.microsoft.com/office/drawing/2014/main" id="{AC34A6D1-6C11-7FA4-88A2-A5B80BACC8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563" y="1379296"/>
            <a:ext cx="4553721" cy="4160528"/>
          </a:xfrm>
          <a:prstGeom prst="rect">
            <a:avLst/>
          </a:prstGeom>
        </p:spPr>
      </p:pic>
      <p:pic>
        <p:nvPicPr>
          <p:cNvPr id="9" name="图片 8">
            <a:extLst>
              <a:ext uri="{FF2B5EF4-FFF2-40B4-BE49-F238E27FC236}">
                <a16:creationId xmlns:a16="http://schemas.microsoft.com/office/drawing/2014/main" id="{02341B1D-A6A2-FBB7-2D55-0A0A4399E1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5729" y="1395778"/>
            <a:ext cx="4553721" cy="4160528"/>
          </a:xfrm>
          <a:prstGeom prst="rect">
            <a:avLst/>
          </a:prstGeom>
        </p:spPr>
      </p:pic>
      <p:sp>
        <p:nvSpPr>
          <p:cNvPr id="10" name="矩形 9">
            <a:extLst>
              <a:ext uri="{FF2B5EF4-FFF2-40B4-BE49-F238E27FC236}">
                <a16:creationId xmlns:a16="http://schemas.microsoft.com/office/drawing/2014/main" id="{363E3D3B-A599-BE74-88ED-42236EE4B4E9}"/>
              </a:ext>
            </a:extLst>
          </p:cNvPr>
          <p:cNvSpPr/>
          <p:nvPr/>
        </p:nvSpPr>
        <p:spPr>
          <a:xfrm>
            <a:off x="2046273" y="3914554"/>
            <a:ext cx="585655" cy="648070"/>
          </a:xfrm>
          <a:prstGeom prst="rect">
            <a:avLst/>
          </a:prstGeom>
          <a:noFill/>
          <a:ln w="508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1" name="矩形 10">
            <a:extLst>
              <a:ext uri="{FF2B5EF4-FFF2-40B4-BE49-F238E27FC236}">
                <a16:creationId xmlns:a16="http://schemas.microsoft.com/office/drawing/2014/main" id="{874E5D6B-33B6-9FED-FA9A-BD6B2CEA8D2B}"/>
              </a:ext>
            </a:extLst>
          </p:cNvPr>
          <p:cNvSpPr/>
          <p:nvPr/>
        </p:nvSpPr>
        <p:spPr>
          <a:xfrm>
            <a:off x="7390631" y="3916184"/>
            <a:ext cx="585655" cy="648070"/>
          </a:xfrm>
          <a:prstGeom prst="rect">
            <a:avLst/>
          </a:prstGeom>
          <a:noFill/>
          <a:ln w="5080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2" name="Rectangle 1029">
            <a:extLst>
              <a:ext uri="{FF2B5EF4-FFF2-40B4-BE49-F238E27FC236}">
                <a16:creationId xmlns:a16="http://schemas.microsoft.com/office/drawing/2014/main" id="{E5384A75-4525-B538-E55F-9370F6AC94B7}"/>
              </a:ext>
            </a:extLst>
          </p:cNvPr>
          <p:cNvSpPr txBox="1">
            <a:spLocks noChangeArrowheads="1"/>
          </p:cNvSpPr>
          <p:nvPr/>
        </p:nvSpPr>
        <p:spPr bwMode="auto">
          <a:xfrm>
            <a:off x="4657846" y="5510647"/>
            <a:ext cx="4163597" cy="799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pPr marL="0" indent="0">
              <a:buNone/>
            </a:pPr>
            <a:r>
              <a:rPr lang="en-US" sz="2400" dirty="0"/>
              <a:t>2</a:t>
            </a:r>
            <a:r>
              <a:rPr lang="en-US" sz="2400" kern="0" dirty="0"/>
              <a:t>: Sitting down</a:t>
            </a:r>
          </a:p>
          <a:p>
            <a:pPr marL="0" indent="0">
              <a:buNone/>
            </a:pPr>
            <a:r>
              <a:rPr lang="en-US" sz="2400" dirty="0"/>
              <a:t>5: Drinking water</a:t>
            </a:r>
            <a:endParaRPr lang="en-US" sz="2000" kern="0" dirty="0"/>
          </a:p>
          <a:p>
            <a:pPr algn="just"/>
            <a:endParaRPr lang="en-US" kern="0" dirty="0"/>
          </a:p>
          <a:p>
            <a:endParaRPr lang="en-US" altLang="zh-CN" sz="2400" kern="0" dirty="0"/>
          </a:p>
          <a:p>
            <a:pPr>
              <a:buFontTx/>
              <a:buNone/>
            </a:pPr>
            <a:endParaRPr lang="en-US" kern="0" dirty="0"/>
          </a:p>
          <a:p>
            <a:pPr lvl="1"/>
            <a:endParaRPr lang="en-US" kern="0" dirty="0"/>
          </a:p>
        </p:txBody>
      </p:sp>
      <p:sp>
        <p:nvSpPr>
          <p:cNvPr id="2" name="Tijdelijke aanduiding voor datum 3">
            <a:extLst>
              <a:ext uri="{FF2B5EF4-FFF2-40B4-BE49-F238E27FC236}">
                <a16:creationId xmlns:a16="http://schemas.microsoft.com/office/drawing/2014/main" id="{D661351E-8AFE-1E59-161D-C1F9A4C069A6}"/>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extLst>
      <p:ext uri="{BB962C8B-B14F-4D97-AF65-F5344CB8AC3E}">
        <p14:creationId xmlns:p14="http://schemas.microsoft.com/office/powerpoint/2010/main" val="2387771471"/>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2" name="Titel 9"/>
          <p:cNvSpPr txBox="1">
            <a:spLocks noGrp="1"/>
          </p:cNvSpPr>
          <p:nvPr>
            <p:ph type="title"/>
          </p:nvPr>
        </p:nvSpPr>
        <p:spPr>
          <a:xfrm>
            <a:off x="698500" y="741499"/>
            <a:ext cx="10795000" cy="490401"/>
          </a:xfrm>
          <a:prstGeom prst="rect">
            <a:avLst/>
          </a:prstGeom>
        </p:spPr>
        <p:txBody>
          <a:bodyPr/>
          <a:lstStyle>
            <a:lvl1pPr defTabSz="850391">
              <a:tabLst>
                <a:tab pos="1155700" algn="l"/>
              </a:tabLst>
              <a:defRPr sz="2976"/>
            </a:lvl1pPr>
          </a:lstStyle>
          <a:p>
            <a:r>
              <a:rPr lang="en-US" dirty="0"/>
              <a:t>Comparison: Classical machine learning &amp; CNN</a:t>
            </a:r>
            <a:endParaRPr dirty="0"/>
          </a:p>
        </p:txBody>
      </p:sp>
      <p:sp>
        <p:nvSpPr>
          <p:cNvPr id="3254" name="Tijdelijke aanduiding voor dianummer 4"/>
          <p:cNvSpPr txBox="1">
            <a:spLocks noGrp="1"/>
          </p:cNvSpPr>
          <p:nvPr>
            <p:ph type="sldNum" sz="quarter" idx="2"/>
          </p:nvPr>
        </p:nvSpPr>
        <p:spPr>
          <a:xfrm>
            <a:off x="11289785" y="6246130"/>
            <a:ext cx="182216" cy="17281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graphicFrame>
        <p:nvGraphicFramePr>
          <p:cNvPr id="2" name="表格 1">
            <a:extLst>
              <a:ext uri="{FF2B5EF4-FFF2-40B4-BE49-F238E27FC236}">
                <a16:creationId xmlns:a16="http://schemas.microsoft.com/office/drawing/2014/main" id="{16C4A626-B203-0B17-0D7C-3DF61934E6DC}"/>
              </a:ext>
            </a:extLst>
          </p:cNvPr>
          <p:cNvGraphicFramePr>
            <a:graphicFrameLocks noGrp="1"/>
          </p:cNvGraphicFramePr>
          <p:nvPr/>
        </p:nvGraphicFramePr>
        <p:xfrm>
          <a:off x="1617611" y="1920240"/>
          <a:ext cx="9194800" cy="3017520"/>
        </p:xfrm>
        <a:graphic>
          <a:graphicData uri="http://schemas.openxmlformats.org/drawingml/2006/table">
            <a:tbl>
              <a:tblPr firstRow="1" bandRow="1">
                <a:tableStyleId>{5940675A-B579-460E-94D1-54222C63F5DA}</a:tableStyleId>
              </a:tblPr>
              <a:tblGrid>
                <a:gridCol w="2298700">
                  <a:extLst>
                    <a:ext uri="{9D8B030D-6E8A-4147-A177-3AD203B41FA5}">
                      <a16:colId xmlns:a16="http://schemas.microsoft.com/office/drawing/2014/main" val="236815332"/>
                    </a:ext>
                  </a:extLst>
                </a:gridCol>
                <a:gridCol w="2298700">
                  <a:extLst>
                    <a:ext uri="{9D8B030D-6E8A-4147-A177-3AD203B41FA5}">
                      <a16:colId xmlns:a16="http://schemas.microsoft.com/office/drawing/2014/main" val="3494384637"/>
                    </a:ext>
                  </a:extLst>
                </a:gridCol>
                <a:gridCol w="2298700">
                  <a:extLst>
                    <a:ext uri="{9D8B030D-6E8A-4147-A177-3AD203B41FA5}">
                      <a16:colId xmlns:a16="http://schemas.microsoft.com/office/drawing/2014/main" val="815024374"/>
                    </a:ext>
                  </a:extLst>
                </a:gridCol>
                <a:gridCol w="2298700">
                  <a:extLst>
                    <a:ext uri="{9D8B030D-6E8A-4147-A177-3AD203B41FA5}">
                      <a16:colId xmlns:a16="http://schemas.microsoft.com/office/drawing/2014/main" val="1562989830"/>
                    </a:ext>
                  </a:extLst>
                </a:gridCol>
              </a:tblGrid>
              <a:tr h="370840">
                <a:tc>
                  <a:txBody>
                    <a:bodyPr/>
                    <a:lstStyle/>
                    <a:p>
                      <a:pPr algn="ctr"/>
                      <a:r>
                        <a:rPr lang="en-US" altLang="zh-CN" sz="2400" b="1" dirty="0"/>
                        <a:t>Model type</a:t>
                      </a:r>
                      <a:endParaRPr lang="zh-CN" altLang="en-US" sz="2400" b="1" dirty="0"/>
                    </a:p>
                  </a:txBody>
                  <a:tcPr/>
                </a:tc>
                <a:tc>
                  <a:txBody>
                    <a:bodyPr/>
                    <a:lstStyle/>
                    <a:p>
                      <a:pPr algn="ctr"/>
                      <a:r>
                        <a:rPr lang="en-US" altLang="zh-CN" sz="2400" b="1" dirty="0"/>
                        <a:t>Accuracy on test set</a:t>
                      </a:r>
                      <a:endParaRPr lang="zh-CN" altLang="en-US" sz="2400" b="1" dirty="0"/>
                    </a:p>
                  </a:txBody>
                  <a:tcPr/>
                </a:tc>
                <a:tc>
                  <a:txBody>
                    <a:bodyPr/>
                    <a:lstStyle/>
                    <a:p>
                      <a:pPr algn="ctr"/>
                      <a:r>
                        <a:rPr lang="en-US" altLang="zh-CN" sz="2400" b="1" dirty="0"/>
                        <a:t>Model size</a:t>
                      </a:r>
                      <a:endParaRPr lang="zh-CN" altLang="en-US" sz="2400" b="1" dirty="0"/>
                    </a:p>
                  </a:txBody>
                  <a:tcPr/>
                </a:tc>
                <a:tc>
                  <a:txBody>
                    <a:bodyPr/>
                    <a:lstStyle/>
                    <a:p>
                      <a:pPr algn="ctr"/>
                      <a:r>
                        <a:rPr lang="en-US" altLang="zh-CN" sz="2400" b="1" dirty="0"/>
                        <a:t>Model </a:t>
                      </a:r>
                    </a:p>
                    <a:p>
                      <a:pPr algn="ctr"/>
                      <a:r>
                        <a:rPr lang="en-US" altLang="zh-CN" sz="2400" b="1" dirty="0"/>
                        <a:t>training time</a:t>
                      </a:r>
                      <a:endParaRPr lang="zh-CN" altLang="en-US" sz="2400" b="1" dirty="0"/>
                    </a:p>
                  </a:txBody>
                  <a:tcPr/>
                </a:tc>
                <a:extLst>
                  <a:ext uri="{0D108BD9-81ED-4DB2-BD59-A6C34878D82A}">
                    <a16:rowId xmlns:a16="http://schemas.microsoft.com/office/drawing/2014/main" val="906344926"/>
                  </a:ext>
                </a:extLst>
              </a:tr>
              <a:tr h="370840">
                <a:tc>
                  <a:txBody>
                    <a:bodyPr/>
                    <a:lstStyle/>
                    <a:p>
                      <a:pPr algn="ctr"/>
                      <a:r>
                        <a:rPr lang="en-US" altLang="zh-CN" sz="2400" dirty="0"/>
                        <a:t>Feature + KNN</a:t>
                      </a:r>
                      <a:endParaRPr lang="zh-CN" altLang="en-US" sz="2400" dirty="0"/>
                    </a:p>
                  </a:txBody>
                  <a:tcPr/>
                </a:tc>
                <a:tc>
                  <a:txBody>
                    <a:bodyPr/>
                    <a:lstStyle/>
                    <a:p>
                      <a:pPr algn="ctr"/>
                      <a:r>
                        <a:rPr lang="en-US" altLang="zh-CN" sz="2400" dirty="0"/>
                        <a:t>90.49%</a:t>
                      </a:r>
                      <a:endParaRPr lang="zh-CN" altLang="en-US" sz="2400" dirty="0"/>
                    </a:p>
                  </a:txBody>
                  <a:tcPr/>
                </a:tc>
                <a:tc>
                  <a:txBody>
                    <a:bodyPr/>
                    <a:lstStyle/>
                    <a:p>
                      <a:pPr algn="ctr"/>
                      <a:r>
                        <a:rPr lang="en-US" altLang="zh-CN" sz="2400" dirty="0"/>
                        <a:t>297 KB</a:t>
                      </a:r>
                      <a:endParaRPr lang="zh-CN" altLang="en-US" sz="2400" dirty="0"/>
                    </a:p>
                  </a:txBody>
                  <a:tcPr/>
                </a:tc>
                <a:tc>
                  <a:txBody>
                    <a:bodyPr/>
                    <a:lstStyle/>
                    <a:p>
                      <a:pPr algn="ctr"/>
                      <a:r>
                        <a:rPr lang="en-US" altLang="zh-CN" sz="2400" dirty="0"/>
                        <a:t>0.0047 sec</a:t>
                      </a:r>
                      <a:endParaRPr lang="zh-CN" altLang="en-US" sz="2400" dirty="0"/>
                    </a:p>
                  </a:txBody>
                  <a:tcPr/>
                </a:tc>
                <a:extLst>
                  <a:ext uri="{0D108BD9-81ED-4DB2-BD59-A6C34878D82A}">
                    <a16:rowId xmlns:a16="http://schemas.microsoft.com/office/drawing/2014/main" val="3319841013"/>
                  </a:ext>
                </a:extLst>
              </a:tr>
              <a:tr h="370840">
                <a:tc>
                  <a:txBody>
                    <a:bodyPr/>
                    <a:lstStyle/>
                    <a:p>
                      <a:pPr algn="ctr"/>
                      <a:r>
                        <a:rPr lang="en-US" altLang="zh-CN" sz="2400" dirty="0"/>
                        <a:t>Feature + SVM</a:t>
                      </a:r>
                    </a:p>
                  </a:txBody>
                  <a:tcPr/>
                </a:tc>
                <a:tc>
                  <a:txBody>
                    <a:bodyPr/>
                    <a:lstStyle/>
                    <a:p>
                      <a:pPr algn="ctr"/>
                      <a:r>
                        <a:rPr lang="en-US" altLang="zh-CN" sz="2400" dirty="0"/>
                        <a:t>90.18%</a:t>
                      </a:r>
                      <a:endParaRPr lang="zh-CN" altLang="en-US" sz="2400" dirty="0"/>
                    </a:p>
                  </a:txBody>
                  <a:tcPr/>
                </a:tc>
                <a:tc>
                  <a:txBody>
                    <a:bodyPr/>
                    <a:lstStyle/>
                    <a:p>
                      <a:pPr algn="ctr"/>
                      <a:r>
                        <a:rPr lang="en-US" altLang="zh-CN" sz="2400" dirty="0"/>
                        <a:t>129 KB</a:t>
                      </a:r>
                      <a:endParaRPr lang="zh-CN" altLang="en-US" sz="2400" dirty="0"/>
                    </a:p>
                  </a:txBody>
                  <a:tcPr/>
                </a:tc>
                <a:tc>
                  <a:txBody>
                    <a:bodyPr/>
                    <a:lstStyle/>
                    <a:p>
                      <a:pPr algn="ctr"/>
                      <a:r>
                        <a:rPr lang="en-US" altLang="zh-CN" sz="2400" dirty="0"/>
                        <a:t>0.04 sec</a:t>
                      </a:r>
                      <a:endParaRPr lang="zh-CN" altLang="en-US" sz="2400" dirty="0"/>
                    </a:p>
                  </a:txBody>
                  <a:tcPr/>
                </a:tc>
                <a:extLst>
                  <a:ext uri="{0D108BD9-81ED-4DB2-BD59-A6C34878D82A}">
                    <a16:rowId xmlns:a16="http://schemas.microsoft.com/office/drawing/2014/main" val="4166147040"/>
                  </a:ext>
                </a:extLst>
              </a:tr>
              <a:tr h="370840">
                <a:tc>
                  <a:txBody>
                    <a:bodyPr/>
                    <a:lstStyle/>
                    <a:p>
                      <a:pPr algn="ctr"/>
                      <a:r>
                        <a:rPr lang="en-US" altLang="zh-CN" sz="2400" dirty="0"/>
                        <a:t>Feature +</a:t>
                      </a:r>
                    </a:p>
                    <a:p>
                      <a:pPr algn="ctr"/>
                      <a:r>
                        <a:rPr lang="en-US" altLang="zh-CN" sz="2400" dirty="0"/>
                        <a:t>Random Forest</a:t>
                      </a:r>
                      <a:endParaRPr lang="zh-CN" altLang="en-US" sz="2400" dirty="0"/>
                    </a:p>
                  </a:txBody>
                  <a:tcPr/>
                </a:tc>
                <a:tc>
                  <a:txBody>
                    <a:bodyPr/>
                    <a:lstStyle/>
                    <a:p>
                      <a:pPr algn="ctr"/>
                      <a:r>
                        <a:rPr lang="en-US" altLang="zh-CN" sz="2400" dirty="0"/>
                        <a:t>91.10%</a:t>
                      </a:r>
                      <a:endParaRPr lang="zh-CN" altLang="en-US" sz="2400" dirty="0"/>
                    </a:p>
                  </a:txBody>
                  <a:tcPr/>
                </a:tc>
                <a:tc>
                  <a:txBody>
                    <a:bodyPr/>
                    <a:lstStyle/>
                    <a:p>
                      <a:pPr algn="ctr"/>
                      <a:r>
                        <a:rPr lang="en-US" altLang="zh-CN" sz="2400" dirty="0"/>
                        <a:t>2.3 MB</a:t>
                      </a:r>
                      <a:endParaRPr lang="zh-CN" altLang="en-US" sz="2400" dirty="0"/>
                    </a:p>
                  </a:txBody>
                  <a:tcPr/>
                </a:tc>
                <a:tc>
                  <a:txBody>
                    <a:bodyPr/>
                    <a:lstStyle/>
                    <a:p>
                      <a:pPr algn="ctr"/>
                      <a:r>
                        <a:rPr lang="en-US" altLang="zh-CN" sz="2400" dirty="0"/>
                        <a:t>0.345 sec</a:t>
                      </a:r>
                      <a:endParaRPr lang="zh-CN" altLang="en-US" sz="2400" dirty="0"/>
                    </a:p>
                  </a:txBody>
                  <a:tcPr/>
                </a:tc>
                <a:extLst>
                  <a:ext uri="{0D108BD9-81ED-4DB2-BD59-A6C34878D82A}">
                    <a16:rowId xmlns:a16="http://schemas.microsoft.com/office/drawing/2014/main" val="2127983283"/>
                  </a:ext>
                </a:extLst>
              </a:tr>
              <a:tr h="370840">
                <a:tc>
                  <a:txBody>
                    <a:bodyPr/>
                    <a:lstStyle/>
                    <a:p>
                      <a:pPr algn="ctr"/>
                      <a:r>
                        <a:rPr lang="en-US" altLang="zh-CN" sz="2400" dirty="0"/>
                        <a:t>CNN</a:t>
                      </a:r>
                      <a:endParaRPr lang="zh-CN" altLang="en-US" sz="2400" dirty="0"/>
                    </a:p>
                  </a:txBody>
                  <a:tcPr/>
                </a:tc>
                <a:tc>
                  <a:txBody>
                    <a:bodyPr/>
                    <a:lstStyle/>
                    <a:p>
                      <a:pPr algn="ctr"/>
                      <a:r>
                        <a:rPr lang="en-US" altLang="zh-CN" sz="2400" dirty="0"/>
                        <a:t>93.56%</a:t>
                      </a:r>
                      <a:endParaRPr lang="zh-CN" altLang="en-US" sz="2400" dirty="0"/>
                    </a:p>
                  </a:txBody>
                  <a:tcPr/>
                </a:tc>
                <a:tc>
                  <a:txBody>
                    <a:bodyPr/>
                    <a:lstStyle/>
                    <a:p>
                      <a:pPr algn="ctr"/>
                      <a:r>
                        <a:rPr lang="en-US" altLang="zh-CN" sz="2400" dirty="0"/>
                        <a:t>22.9 MB</a:t>
                      </a:r>
                      <a:endParaRPr lang="zh-CN" altLang="en-US" sz="2400" dirty="0"/>
                    </a:p>
                  </a:txBody>
                  <a:tcPr/>
                </a:tc>
                <a:tc>
                  <a:txBody>
                    <a:bodyPr/>
                    <a:lstStyle/>
                    <a:p>
                      <a:pPr algn="ctr"/>
                      <a:r>
                        <a:rPr lang="en-US" altLang="zh-CN" sz="2400" dirty="0"/>
                        <a:t>8 min</a:t>
                      </a:r>
                      <a:endParaRPr lang="zh-CN" altLang="en-US" sz="2400" dirty="0"/>
                    </a:p>
                  </a:txBody>
                  <a:tcPr/>
                </a:tc>
                <a:extLst>
                  <a:ext uri="{0D108BD9-81ED-4DB2-BD59-A6C34878D82A}">
                    <a16:rowId xmlns:a16="http://schemas.microsoft.com/office/drawing/2014/main" val="2491119177"/>
                  </a:ext>
                </a:extLst>
              </a:tr>
            </a:tbl>
          </a:graphicData>
        </a:graphic>
      </p:graphicFrame>
      <p:sp>
        <p:nvSpPr>
          <p:cNvPr id="3" name="Tijdelijke aanduiding voor datum 3">
            <a:extLst>
              <a:ext uri="{FF2B5EF4-FFF2-40B4-BE49-F238E27FC236}">
                <a16:creationId xmlns:a16="http://schemas.microsoft.com/office/drawing/2014/main" id="{9FAEA098-B6D8-DDD6-8E00-0C2D913A92FF}"/>
              </a:ext>
            </a:extLst>
          </p:cNvPr>
          <p:cNvSpPr txBox="1"/>
          <p:nvPr/>
        </p:nvSpPr>
        <p:spPr>
          <a:xfrm>
            <a:off x="9789848" y="6240205"/>
            <a:ext cx="118110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1200">
                <a:solidFill>
                  <a:srgbClr val="A6A6A6"/>
                </a:solidFill>
              </a:defRPr>
            </a:lvl1pPr>
          </a:lstStyle>
          <a:p>
            <a:r>
              <a:rPr lang="en-US" dirty="0"/>
              <a:t>13</a:t>
            </a:r>
            <a:r>
              <a:rPr dirty="0"/>
              <a:t>-</a:t>
            </a:r>
            <a:r>
              <a:rPr lang="en-US" dirty="0"/>
              <a:t>06</a:t>
            </a:r>
            <a:r>
              <a:rPr dirty="0"/>
              <a:t>-202</a:t>
            </a:r>
            <a:r>
              <a:rPr lang="en-US" dirty="0"/>
              <a:t>4</a:t>
            </a:r>
            <a:endParaRPr dirty="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4D3A8-DB2F-88B2-0629-4F542B612CCE}"/>
              </a:ext>
            </a:extLst>
          </p:cNvPr>
          <p:cNvSpPr>
            <a:spLocks noGrp="1"/>
          </p:cNvSpPr>
          <p:nvPr>
            <p:ph type="title"/>
          </p:nvPr>
        </p:nvSpPr>
        <p:spPr/>
        <p:txBody>
          <a:bodyPr/>
          <a:lstStyle/>
          <a:p>
            <a:r>
              <a:rPr lang="en-US" altLang="zh-CN" dirty="0"/>
              <a:t>Reference</a:t>
            </a:r>
            <a:endParaRPr lang="zh-CN" altLang="en-US" dirty="0"/>
          </a:p>
        </p:txBody>
      </p:sp>
      <p:sp>
        <p:nvSpPr>
          <p:cNvPr id="3" name="Rectangle 1029">
            <a:extLst>
              <a:ext uri="{FF2B5EF4-FFF2-40B4-BE49-F238E27FC236}">
                <a16:creationId xmlns:a16="http://schemas.microsoft.com/office/drawing/2014/main" id="{95590EC2-E2CB-209C-A965-6E8A9742532C}"/>
              </a:ext>
            </a:extLst>
          </p:cNvPr>
          <p:cNvSpPr txBox="1">
            <a:spLocks noChangeArrowheads="1"/>
          </p:cNvSpPr>
          <p:nvPr/>
        </p:nvSpPr>
        <p:spPr bwMode="auto">
          <a:xfrm>
            <a:off x="808775" y="1457907"/>
            <a:ext cx="11008977" cy="431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5pPr>
            <a:lvl6pPr marL="21764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6pPr>
            <a:lvl7pPr marL="26336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7pPr>
            <a:lvl8pPr marL="30908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8pPr>
            <a:lvl9pPr marL="3548063" indent="-190500" algn="l" rtl="0" eaLnBrk="0" fontAlgn="base" hangingPunct="0">
              <a:lnSpc>
                <a:spcPts val="2500"/>
              </a:lnSpc>
              <a:spcBef>
                <a:spcPct val="0"/>
              </a:spcBef>
              <a:spcAft>
                <a:spcPct val="0"/>
              </a:spcAft>
              <a:buClr>
                <a:schemeClr val="bg2"/>
              </a:buClr>
              <a:buChar char="•"/>
              <a:defRPr sz="1200">
                <a:solidFill>
                  <a:schemeClr val="tx1"/>
                </a:solidFill>
                <a:latin typeface="+mn-lt"/>
              </a:defRPr>
            </a:lvl9pPr>
          </a:lstStyle>
          <a:p>
            <a:r>
              <a:rPr lang="en-US" altLang="zh-CN" sz="2800" dirty="0"/>
              <a:t>[1] Li Z, Le </a:t>
            </a:r>
            <a:r>
              <a:rPr lang="en-US" altLang="zh-CN" sz="2800" dirty="0" err="1"/>
              <a:t>Kernec</a:t>
            </a:r>
            <a:r>
              <a:rPr lang="en-US" altLang="zh-CN" sz="2800" dirty="0"/>
              <a:t> J, Abbasi Q, et al. Radar-based human activity recognition with adaptive thresholding towards resource constrained platforms[J]. Scientific Reports, 2023, 13(1): 3473.</a:t>
            </a:r>
          </a:p>
          <a:p>
            <a:pPr marL="0" indent="0">
              <a:buNone/>
            </a:pPr>
            <a:endParaRPr lang="en-US" altLang="zh-CN" sz="2800" dirty="0"/>
          </a:p>
          <a:p>
            <a:r>
              <a:rPr lang="en-US" sz="2800" kern="0" dirty="0"/>
              <a:t>[2] Cao L, Liang S, Zhao Z, et al. Human Activity Recognition Method Based on FMCW Radar Sensor with Multi-Domain Feature Attention Fusion Network[J]. Sensors, 2023, 23(11): 5100.</a:t>
            </a:r>
          </a:p>
          <a:p>
            <a:endParaRPr lang="en-US" sz="2800" dirty="0"/>
          </a:p>
          <a:p>
            <a:r>
              <a:rPr lang="en-US" sz="2800" kern="0" dirty="0"/>
              <a:t>[3] Hu J, Shen L, Sun G. Squeeze-and-excitation networks[C]//Proceedings of the IEEE conference on computer vision and pattern recognition. 2018: 7132-7141.</a:t>
            </a:r>
          </a:p>
          <a:p>
            <a:endParaRPr lang="en-US" sz="2800" dirty="0"/>
          </a:p>
          <a:p>
            <a:endParaRPr lang="en-US" sz="2400" kern="0" dirty="0"/>
          </a:p>
          <a:p>
            <a:endParaRPr lang="en-US" altLang="zh-CN" sz="2400" kern="0" dirty="0"/>
          </a:p>
          <a:p>
            <a:pPr>
              <a:buFontTx/>
              <a:buNone/>
            </a:pPr>
            <a:endParaRPr lang="en-US" kern="0" dirty="0"/>
          </a:p>
          <a:p>
            <a:pPr lvl="1"/>
            <a:endParaRPr lang="en-US" kern="0" dirty="0"/>
          </a:p>
        </p:txBody>
      </p:sp>
    </p:spTree>
    <p:extLst>
      <p:ext uri="{BB962C8B-B14F-4D97-AF65-F5344CB8AC3E}">
        <p14:creationId xmlns:p14="http://schemas.microsoft.com/office/powerpoint/2010/main" val="381570041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jdelijke aanduiding voor tekst 46">
            <a:extLst>
              <a:ext uri="{FF2B5EF4-FFF2-40B4-BE49-F238E27FC236}">
                <a16:creationId xmlns:a16="http://schemas.microsoft.com/office/drawing/2014/main" id="{43B21ADF-AC91-4738-AAFA-9356794F9379}"/>
              </a:ext>
            </a:extLst>
          </p:cNvPr>
          <p:cNvSpPr>
            <a:spLocks noGrp="1"/>
          </p:cNvSpPr>
          <p:nvPr>
            <p:ph type="body" sz="quarter" idx="14"/>
          </p:nvPr>
        </p:nvSpPr>
        <p:spPr>
          <a:solidFill>
            <a:srgbClr val="00A6D6"/>
          </a:solidFill>
        </p:spPr>
        <p:txBody>
          <a:bodyPr/>
          <a:lstStyle/>
          <a:p>
            <a:r>
              <a:rPr lang="nl-NL" dirty="0"/>
              <a:t> </a:t>
            </a:r>
          </a:p>
        </p:txBody>
      </p:sp>
      <p:sp>
        <p:nvSpPr>
          <p:cNvPr id="5" name="Titel 4">
            <a:extLst>
              <a:ext uri="{FF2B5EF4-FFF2-40B4-BE49-F238E27FC236}">
                <a16:creationId xmlns:a16="http://schemas.microsoft.com/office/drawing/2014/main" id="{0519F502-C245-4036-9F1B-103CAB35873E}"/>
              </a:ext>
            </a:extLst>
          </p:cNvPr>
          <p:cNvSpPr>
            <a:spLocks noGrp="1"/>
          </p:cNvSpPr>
          <p:nvPr>
            <p:ph type="title"/>
          </p:nvPr>
        </p:nvSpPr>
        <p:spPr/>
        <p:txBody>
          <a:bodyPr/>
          <a:lstStyle/>
          <a:p>
            <a:r>
              <a:rPr lang="nl-NL" dirty="0"/>
              <a:t>Thank you for listening</a:t>
            </a:r>
          </a:p>
        </p:txBody>
      </p:sp>
      <p:sp>
        <p:nvSpPr>
          <p:cNvPr id="34" name="Ondertitel 33">
            <a:extLst>
              <a:ext uri="{FF2B5EF4-FFF2-40B4-BE49-F238E27FC236}">
                <a16:creationId xmlns:a16="http://schemas.microsoft.com/office/drawing/2014/main" id="{55F2191D-2484-4649-8731-A1464E3FA455}"/>
              </a:ext>
            </a:extLst>
          </p:cNvPr>
          <p:cNvSpPr>
            <a:spLocks noGrp="1"/>
          </p:cNvSpPr>
          <p:nvPr>
            <p:ph type="subTitle" idx="1"/>
          </p:nvPr>
        </p:nvSpPr>
        <p:spPr/>
        <p:txBody>
          <a:bodyPr/>
          <a:lstStyle/>
          <a:p>
            <a:r>
              <a:rPr lang="nl-NL" dirty="0"/>
              <a:t>Group 2</a:t>
            </a:r>
          </a:p>
        </p:txBody>
      </p:sp>
      <p:sp>
        <p:nvSpPr>
          <p:cNvPr id="23" name="Tijdelijke aanduiding voor tekst 22">
            <a:extLst>
              <a:ext uri="{FF2B5EF4-FFF2-40B4-BE49-F238E27FC236}">
                <a16:creationId xmlns:a16="http://schemas.microsoft.com/office/drawing/2014/main" id="{1B64251C-432A-419D-A275-C16685B82C40}"/>
              </a:ext>
            </a:extLst>
          </p:cNvPr>
          <p:cNvSpPr>
            <a:spLocks noGrp="1"/>
          </p:cNvSpPr>
          <p:nvPr>
            <p:ph type="body" sz="quarter" idx="4294967295"/>
          </p:nvPr>
        </p:nvSpPr>
        <p:spPr>
          <a:xfrm>
            <a:off x="698500" y="5835457"/>
            <a:ext cx="1454913" cy="688793"/>
          </a:xfrm>
        </p:spPr>
        <p:txBody>
          <a:bodyPr/>
          <a:lstStyle/>
          <a:p>
            <a:r>
              <a:rPr lang="nl-NL" dirty="0"/>
              <a:t> </a:t>
            </a:r>
          </a:p>
        </p:txBody>
      </p:sp>
    </p:spTree>
    <p:extLst>
      <p:ext uri="{BB962C8B-B14F-4D97-AF65-F5344CB8AC3E}">
        <p14:creationId xmlns:p14="http://schemas.microsoft.com/office/powerpoint/2010/main" val="1062321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U Delft">
  <a:themeElements>
    <a:clrScheme name="TU Delft">
      <a:dk1>
        <a:srgbClr val="000000"/>
      </a:dk1>
      <a:lt1>
        <a:srgbClr val="FFFFFF"/>
      </a:lt1>
      <a:dk2>
        <a:srgbClr val="A7A7A7"/>
      </a:dk2>
      <a:lt2>
        <a:srgbClr val="535353"/>
      </a:lt2>
      <a:accent1>
        <a:srgbClr val="00A6D6"/>
      </a:accent1>
      <a:accent2>
        <a:srgbClr val="017188"/>
      </a:accent2>
      <a:accent3>
        <a:srgbClr val="EB7246"/>
      </a:accent3>
      <a:accent4>
        <a:srgbClr val="00A390"/>
      </a:accent4>
      <a:accent5>
        <a:srgbClr val="F1BE3E"/>
      </a:accent5>
      <a:accent6>
        <a:srgbClr val="C3312F"/>
      </a:accent6>
      <a:hlink>
        <a:srgbClr val="0000FF"/>
      </a:hlink>
      <a:folHlink>
        <a:srgbClr val="FF00FF"/>
      </a:folHlink>
    </a:clrScheme>
    <a:fontScheme name="TU Delft">
      <a:majorFont>
        <a:latin typeface="Calibri"/>
        <a:ea typeface="Calibri"/>
        <a:cs typeface="Calibri"/>
      </a:majorFont>
      <a:minorFont>
        <a:latin typeface="Helvetica"/>
        <a:ea typeface="Helvetica"/>
        <a:cs typeface="Helvetica"/>
      </a:minorFont>
    </a:fontScheme>
    <a:fmtScheme name="TU Delf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asic stramien Powerpoint (compact)" id="{A4594E41-FC70-45C1-AC3A-131FE841D67E}" vid="{9D4A310D-94BF-4CCD-8336-0701D5A41E3A}"/>
    </a:ext>
  </a:extLst>
</a:theme>
</file>

<file path=ppt/theme/theme2.xml><?xml version="1.0" encoding="utf-8"?>
<a:theme xmlns:a="http://schemas.openxmlformats.org/drawingml/2006/main" name="TU Delft">
  <a:themeElements>
    <a:clrScheme name="TU Delft">
      <a:dk1>
        <a:srgbClr val="000000"/>
      </a:dk1>
      <a:lt1>
        <a:srgbClr val="FFFFFF"/>
      </a:lt1>
      <a:dk2>
        <a:srgbClr val="A7A7A7"/>
      </a:dk2>
      <a:lt2>
        <a:srgbClr val="535353"/>
      </a:lt2>
      <a:accent1>
        <a:srgbClr val="00A6D6"/>
      </a:accent1>
      <a:accent2>
        <a:srgbClr val="017188"/>
      </a:accent2>
      <a:accent3>
        <a:srgbClr val="EB7246"/>
      </a:accent3>
      <a:accent4>
        <a:srgbClr val="00A390"/>
      </a:accent4>
      <a:accent5>
        <a:srgbClr val="F1BE3E"/>
      </a:accent5>
      <a:accent6>
        <a:srgbClr val="C3312F"/>
      </a:accent6>
      <a:hlink>
        <a:srgbClr val="0000FF"/>
      </a:hlink>
      <a:folHlink>
        <a:srgbClr val="FF00FF"/>
      </a:folHlink>
    </a:clrScheme>
    <a:fontScheme name="TU Delft">
      <a:majorFont>
        <a:latin typeface="Calibri"/>
        <a:ea typeface="Calibri"/>
        <a:cs typeface="Calibri"/>
      </a:majorFont>
      <a:minorFont>
        <a:latin typeface="Helvetica"/>
        <a:ea typeface="Helvetica"/>
        <a:cs typeface="Helvetica"/>
      </a:minorFont>
    </a:fontScheme>
    <a:fmtScheme name="TU Delf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78a322-d110-404d-8591-8977e4f7768d">
      <UserInfo>
        <DisplayName>Giorgos Kontoes</DisplayName>
        <AccountId>732</AccountId>
        <AccountType/>
      </UserInfo>
      <UserInfo>
        <DisplayName>Storm de Kam</DisplayName>
        <AccountId>5007</AccountId>
        <AccountType/>
      </UserInfo>
      <UserInfo>
        <DisplayName>Anne Ploemen</DisplayName>
        <AccountId>6895</AccountId>
        <AccountType/>
      </UserInfo>
      <UserInfo>
        <DisplayName>Louise Nanninga</DisplayName>
        <AccountId>6896</AccountId>
        <AccountType/>
      </UserInfo>
      <UserInfo>
        <DisplayName>Tom Vreugdenhil</DisplayName>
        <AccountId>7011</AccountId>
        <AccountType/>
      </UserInfo>
      <UserInfo>
        <DisplayName>Elio Çinar San Segundo</DisplayName>
        <AccountId>7012</AccountId>
        <AccountType/>
      </UserInfo>
      <UserInfo>
        <DisplayName>Jelle Hilhorst</DisplayName>
        <AccountId>7013</AccountId>
        <AccountType/>
      </UserInfo>
      <UserInfo>
        <DisplayName>Pepijn van Kampen</DisplayName>
        <AccountId>7014</AccountId>
        <AccountType/>
      </UserInfo>
      <UserInfo>
        <DisplayName>Pornpawee Uliss</DisplayName>
        <AccountId>7015</AccountId>
        <AccountType/>
      </UserInfo>
      <UserInfo>
        <DisplayName>Lars Koolen</DisplayName>
        <AccountId>7421</AccountId>
        <AccountType/>
      </UserInfo>
      <UserInfo>
        <DisplayName>bart Wijnja</DisplayName>
        <AccountId>7422</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1ED4DCF60591A44AAB3EE560AB47ABB" ma:contentTypeVersion="4" ma:contentTypeDescription="Een nieuw document maken." ma:contentTypeScope="" ma:versionID="82ac3a51116a7e2a5ddbdd1ed37f67c1">
  <xsd:schema xmlns:xsd="http://www.w3.org/2001/XMLSchema" xmlns:xs="http://www.w3.org/2001/XMLSchema" xmlns:p="http://schemas.microsoft.com/office/2006/metadata/properties" xmlns:ns2="0fee4eeb-e725-4e09-a2c6-b2e7e1963b2c" xmlns:ns3="4878a322-d110-404d-8591-8977e4f7768d" targetNamespace="http://schemas.microsoft.com/office/2006/metadata/properties" ma:root="true" ma:fieldsID="d0d60f5b3da63a431ec21b1780a4f539" ns2:_="" ns3:_="">
    <xsd:import namespace="0fee4eeb-e725-4e09-a2c6-b2e7e1963b2c"/>
    <xsd:import namespace="4878a322-d110-404d-8591-8977e4f7768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ee4eeb-e725-4e09-a2c6-b2e7e1963b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78a322-d110-404d-8591-8977e4f7768d" elementFormDefault="qualified">
    <xsd:import namespace="http://schemas.microsoft.com/office/2006/documentManagement/types"/>
    <xsd:import namespace="http://schemas.microsoft.com/office/infopath/2007/PartnerControls"/>
    <xsd:element name="SharedWithUsers" ma:index="1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2EC280-D4BD-4A1A-ADA5-612003BA70F3}">
  <ds:schemaRefs>
    <ds:schemaRef ds:uri="4878a322-d110-404d-8591-8977e4f7768d"/>
    <ds:schemaRef ds:uri="http://purl.org/dc/terms/"/>
    <ds:schemaRef ds:uri="http://purl.org/dc/elements/1.1/"/>
    <ds:schemaRef ds:uri="http://purl.org/dc/dcmitype/"/>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0fee4eeb-e725-4e09-a2c6-b2e7e1963b2c"/>
    <ds:schemaRef ds:uri="http://www.w3.org/XML/1998/namespace"/>
  </ds:schemaRefs>
</ds:datastoreItem>
</file>

<file path=customXml/itemProps2.xml><?xml version="1.0" encoding="utf-8"?>
<ds:datastoreItem xmlns:ds="http://schemas.openxmlformats.org/officeDocument/2006/customXml" ds:itemID="{30B35286-4A3C-4A34-AFEE-A7C0A80D4B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ee4eeb-e725-4e09-a2c6-b2e7e1963b2c"/>
    <ds:schemaRef ds:uri="4878a322-d110-404d-8591-8977e4f776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7F544C-4EA6-42D2-B10E-804023A44C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TU Delft</Template>
  <TotalTime>388</TotalTime>
  <Words>1678</Words>
  <Application>Microsoft Office PowerPoint</Application>
  <PresentationFormat>宽屏</PresentationFormat>
  <Paragraphs>355</Paragraphs>
  <Slides>23</Slides>
  <Notes>11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23</vt:i4>
      </vt:variant>
    </vt:vector>
  </HeadingPairs>
  <TitlesOfParts>
    <vt:vector size="29" baseType="lpstr">
      <vt:lpstr>Roboto Slab Regular Regular</vt:lpstr>
      <vt:lpstr>Arial</vt:lpstr>
      <vt:lpstr>Calibri</vt:lpstr>
      <vt:lpstr>Cambria Math</vt:lpstr>
      <vt:lpstr>Wingdings</vt:lpstr>
      <vt:lpstr>TU Delft</vt:lpstr>
      <vt:lpstr>PowerPoint 演示文稿</vt:lpstr>
      <vt:lpstr>Table of content</vt:lpstr>
      <vt:lpstr>Background</vt:lpstr>
      <vt:lpstr>Preprocessing raw data</vt:lpstr>
      <vt:lpstr>Feature extraction</vt:lpstr>
      <vt:lpstr>Feature selection</vt:lpstr>
      <vt:lpstr>t-distributed stochastic neighbor embedding (t-SNE)</vt:lpstr>
      <vt:lpstr>Machine learning algorithms</vt:lpstr>
      <vt:lpstr>Support vector machine (SVM)</vt:lpstr>
      <vt:lpstr>K nearest neighbors (KNN) &amp; random forest</vt:lpstr>
      <vt:lpstr>Results of machine learning algorithms</vt:lpstr>
      <vt:lpstr>CNN: input data format </vt:lpstr>
      <vt:lpstr>CNN: model design, ConvNet</vt:lpstr>
      <vt:lpstr>CNN: model design, ConvSE</vt:lpstr>
      <vt:lpstr>Squeeze-and-Excitation (SE) Module</vt:lpstr>
      <vt:lpstr>CNN: Hyperparameter tuning</vt:lpstr>
      <vt:lpstr>CNN: model training</vt:lpstr>
      <vt:lpstr>Results: CNN</vt:lpstr>
      <vt:lpstr>Results: Spectrogram + CNN</vt:lpstr>
      <vt:lpstr>Results: Masked spectrogram + CNN</vt:lpstr>
      <vt:lpstr>Comparison: Classical machine learning &amp; CNN</vt:lpstr>
      <vt:lpstr>Reference</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Saskia de Been</dc:creator>
  <cp:lastModifiedBy>Taoyue Wang</cp:lastModifiedBy>
  <cp:revision>6</cp:revision>
  <dcterms:created xsi:type="dcterms:W3CDTF">2022-11-25T13:24:58Z</dcterms:created>
  <dcterms:modified xsi:type="dcterms:W3CDTF">2024-06-13T15:36:01Z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0x01010051ED4DCF60591A44AAB3EE560AB47ABB</vt:lpwstr>
  </property>
</Properties>
</file>